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HIGHER EDUCATION PERFORMANCE ANALYTICS EduVision DV A four-source data pipeline, five Tableau dashboards, and six core KPIs, turning public university rankings into one verifiable, decision-ready analytics product. Live dashboard: prod-in-a.online.tableau.com/.../EduVision/UniversityOverview Repository: github.com/springboardmentor1234r/Higher-Education-Intelligence-System">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What This Project Is EduVision DV analyzes university rankings, research performance, student diversity, academic reputation, and country-level education trends, using public datasets from QS, Times Higher Education, and the World Bank. Everything on every dashboard traces back to a source file and a documented transformation step. Audience What They Use It For Students Comparing universities before applying Academic researchers Benchmarking research output and citation impact University administrators Tracking their institution's position and trend over time Policymakers Comparing country-level education indicators for planning Education consultants Producing quick, defensible comparisons for clients EduVision DV — Project Summary 02 / 07">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One Pipeline, Four Sources, Zero Fabricated Values QS World Rankings 2025 1,503 rows THE Rankings 2024 867 rows World University Rankings 2023 812 rows World Bank EdStats 55,918 rows Six-Step Pipeline 1. Fix master region label 2. Sync every dataset to the master universe 3. Cascade research metrics, THE primary, WUR 2023 fallback 4. Build the Six KPIs dataset 5. Build the University Final Dataset, with raw component scores retained 0 fabricated values used to fill missing data, at any step Six KPIs / Final Dataset 918 rows, verified research metric Country Comparison 33,450 rows, synced to master countries 585 universities with no verified research metric in either source are deliberately excluded from the KPI datasets, rather than shown with an estimated score. EduVision DV — Project Summary 03 / 07">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Data Model &amp; Six Core KPIs Data Model Table Rows Role Master (QS 2025) 1,503 Hub, every university Six KPIs 918 Verified research metric only Final Dataset 918 Adds raw component scores Country Comparison 33,450 Country x year x indicator Six KPIs and Final Dataset key to Master on university_id; Country Comparison keys to Master many- to-one on country_id. Six Core KPIs Global Ranking Score — overall position from QS and THE rank Research Impact Score — volume, citations, industry income Faculty-to-Student Ratio — students per faculty member International Student % — share of enrolled students international Academic Reputation Score — peer survey measure Research Productivity Index — output normalized by size All six KPIs are calculated in Python, pandas and numpy, during the pipeline, not as Tableau calculated fields, keeping the logic version-controlled and testable. EduVision DV — Project Summary 04 / 07">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Five Dashboards, One Workbook Dashboard Role Data Source EduVision DV Home, global filters and navigation Control layer University Overview Global ranking, KPI summary, distribution Master, 1,503 universities Research Analytics Teaching, research, citations, industry income Six KPIs, 918 universities Student Analytics Enrollment, diversity, faculty ratio WUR 2023, 812 universities Country Comparison Country-level indicators over time Country Comparison, 33,450 rows University Overview reads the full 1,503-university master table, while Research Analytics reads the narrower 918-university KPI dataset. University Overview can therefore show more universities for the same filter selection — documented behavior, not a data error. EduVision DV — Project Summary 05 / 07">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Tested Before It Shipped 20 / 20 Interaction tests passed Dashboard interaction test cases executed across all 5 dashboards, filters, parameters and navigation. 1 Defect found and fixed Home dashboard rendered overlapping charts from floating zones with no working visibility rule. Root cause fixed and retested. 0 Fabricated or duplicate values 0 invalid university_id, 0 invalid country_id, 0 duplicate rows, validated at every pipeline step. Known Limitations, Disclosed, Not Hidden 918 of 1,503 universities have a verified research metric; the rest appear only in University Overview. Northern Cyprus and Taiwan have no Country Comparison indicator rows. A few draft dashboard tabs remain for cleanup before external publication. EduVision DV — Project Summary 06 / 07">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See It Live No Tableau license required. The full workbook is also open for anyone to clone, re-run, and verify. LIVE DASHBOARD prod-in-a.online.tableau.com/t/punikotiharsha- 4b92357949/views/EduVision/UniversityOverview REPOSITORY github.com/springboardmentor1234r/Higher-Education- Intelligence-System, branch PUNIKOTI-HARSHA TECH STACK Python, Pandas, NumPy · Tableau Desktop &amp; Tableau Public · QS, THE &amp; World Bank EdStats · Markdown &amp; GitHub EduVision DV — Project Summary 07 / 07">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EduVision DV — Project Summary</dc:title>
  <dc:subject/>
  <dc:creator/>
  <cp:lastModifiedBy/>
  <cp:revision>1</cp:revision>
  <dcterms:created xsi:type="dcterms:W3CDTF">2026-10-05T11:15:08Z</dcterms:created>
  <dcterms:modified xsi:type="dcterms:W3CDTF">2026-10-05T11:15:08Z</dcterms:modified>
</cp:coreProperties>
</file>