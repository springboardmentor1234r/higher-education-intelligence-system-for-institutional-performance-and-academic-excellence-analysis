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333" r:id="rId9"/>
    <p:sldId id="318" r:id="rId10"/>
    <p:sldId id="364" r:id="rId11"/>
    <p:sldId id="365" r:id="rId12"/>
    <p:sldId id="330" r:id="rId13"/>
    <p:sldId id="347" r:id="rId14"/>
    <p:sldId id="348" r:id="rId15"/>
    <p:sldId id="349" r:id="rId16"/>
    <p:sldId id="350" r:id="rId17"/>
    <p:sldId id="352" r:id="rId18"/>
    <p:sldId id="344" r:id="rId19"/>
    <p:sldId id="345" r:id="rId20"/>
    <p:sldId id="346" r:id="rId21"/>
    <p:sldId id="334" r:id="rId22"/>
    <p:sldId id="363" r:id="rId23"/>
    <p:sldId id="323" r:id="rId24"/>
    <p:sldId id="370" r:id="rId25"/>
    <p:sldId id="324" r:id="rId26"/>
    <p:sldId id="366" r:id="rId27"/>
    <p:sldId id="367" r:id="rId28"/>
    <p:sldId id="368" r:id="rId29"/>
    <p:sldId id="325" r:id="rId30"/>
    <p:sldId id="328" r:id="rId31"/>
    <p:sldId id="329" r:id="rId32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3" pos="333" userDrawn="1">
          <p15:clr>
            <a:srgbClr val="A4A3A4"/>
          </p15:clr>
        </p15:guide>
        <p15:guide id="5" orient="horz" pos="328" userDrawn="1">
          <p15:clr>
            <a:srgbClr val="A4A3A4"/>
          </p15:clr>
        </p15:guide>
        <p15:guide id="13" pos="15007" userDrawn="1">
          <p15:clr>
            <a:srgbClr val="A4A3A4"/>
          </p15:clr>
        </p15:guide>
        <p15:guide id="14" orient="horz" pos="8289" userDrawn="1">
          <p15:clr>
            <a:srgbClr val="A4A3A4"/>
          </p15:clr>
        </p15:guide>
        <p15:guide id="16" pos="76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C4F2"/>
    <a:srgbClr val="BEAA8F"/>
    <a:srgbClr val="AE7F61"/>
    <a:srgbClr val="996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874" y="139"/>
      </p:cViewPr>
      <p:guideLst>
        <p:guide orient="horz" pos="4320"/>
        <p:guide pos="333"/>
        <p:guide orient="horz" pos="328"/>
        <p:guide pos="15007"/>
        <p:guide orient="horz" pos="8289"/>
        <p:guide pos="76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1BF8E-7D32-4A3A-B371-4D9FD512D801}" type="datetimeFigureOut">
              <a:rPr lang="en-ID" smtClean="0"/>
              <a:t>25/09/2026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A527C-8C7E-4FB7-92BE-0D0EEC45F67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920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6348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ED1481A-6E59-427F-A242-FBB794BA5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4568" y="1192085"/>
            <a:ext cx="151956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08F0B1-77FB-41C8-8977-79B6CEB025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33996" y="10780858"/>
            <a:ext cx="5122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34DD462-310C-4690-BBB8-39FED72F92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8709" y="9893133"/>
            <a:ext cx="4914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173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22BC98C-D4FA-4B9F-A25B-B5773D7D26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282" y="6166013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75CF889-0B3E-4CE3-9ABE-ECA4C312FC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5613021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B9026E0-A1F4-4D9E-894D-C70FA3602C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66398" y="2904348"/>
            <a:ext cx="6210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49DAB92-EF1F-4AEF-9BF6-A078100C03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1112" y="2079025"/>
            <a:ext cx="3888000" cy="7056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 typeface="Wingdings" panose="05000000000000000000" pitchFamily="2" charset="2"/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288166B-97C0-4E32-B856-F6105A3CDE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266398" y="5393080"/>
            <a:ext cx="6210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BD24D4C-6421-45C7-85B5-098AAC2A42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266398" y="7886070"/>
            <a:ext cx="6210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1B04DD8-E8B6-425E-9CCD-0FC98F7D83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66398" y="10444775"/>
            <a:ext cx="6210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12062A1-5C18-4028-8289-F54116F0DF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91112" y="4567757"/>
            <a:ext cx="3888000" cy="7056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 typeface="Wingdings" panose="05000000000000000000" pitchFamily="2" charset="2"/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D95FD9B-3A5D-46DD-8B30-B112E9C4AF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91112" y="7060747"/>
            <a:ext cx="3888000" cy="7056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 typeface="Wingdings" panose="05000000000000000000" pitchFamily="2" charset="2"/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DDCCDCBB-7387-42EA-8076-CBC42CEFF47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91112" y="9619452"/>
            <a:ext cx="3888000" cy="7056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Font typeface="Wingdings" panose="05000000000000000000" pitchFamily="2" charset="2"/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C8057F4-46D0-45AB-9481-49F17B04BA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562327" y="2813388"/>
            <a:ext cx="1260000" cy="10152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6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S</a:t>
            </a:r>
            <a:endParaRPr lang="en-ID" dirty="0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53AE15BA-80AC-4514-BE82-7E5C5A4EF3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62327" y="5198258"/>
            <a:ext cx="1260000" cy="10152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6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W</a:t>
            </a:r>
            <a:endParaRPr lang="en-ID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F341650-ECFA-45ED-9D96-561C8AD9C33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562327" y="7604023"/>
            <a:ext cx="1260000" cy="10152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6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O</a:t>
            </a:r>
            <a:endParaRPr lang="en-ID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B0978432-9B8C-4C92-959F-6547FFD05F9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562327" y="10316755"/>
            <a:ext cx="1260000" cy="10152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Font typeface="Wingdings" panose="05000000000000000000" pitchFamily="2" charset="2"/>
              <a:buNone/>
              <a:defRPr sz="6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9974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5D06CAC-0D94-439B-8200-4B5505AE5E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4568" y="1192085"/>
            <a:ext cx="151956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2592AB5-E75B-475F-8742-78A9AB96A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08138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DE4020A-87EA-4D3C-8E39-4432FF722A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852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50484F5-33AD-4AEE-8030-03C2DDE0FA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72881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1C8140A-D0A8-4B16-A43A-3A692AF9E1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511739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B3931F8-55DB-45BC-AA7F-453FD7A28A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51768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D249608-9633-428D-ABC5-4CD5A86D668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8167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12BD851-A794-4C77-9C4A-9C12CF72A7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87025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B2ED805-F8AD-4586-81E1-9551B49D20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427054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C6DAD11-C6B2-4152-9AE3-C92696ADDB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08138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AD033F3-13D5-462D-868E-98802BAC8A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48167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935BAA4-119E-4DFE-A4D6-75531DE8D5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487025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62A51D-CDB9-4EEE-ACC7-5B2C212EF35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9427054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3180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5431EB5-B4CB-42A1-89C3-D625A9E732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4568" y="1192085"/>
            <a:ext cx="9373932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21976B-DC49-47F1-9095-267832C559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42445" y="8606892"/>
            <a:ext cx="4071600" cy="1886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C8C702A-B264-4627-A98B-856B52934C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62335" y="8606892"/>
            <a:ext cx="4071600" cy="1886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9C8C77F-5AED-467F-AEAF-E93B9A6F4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2225" y="8606892"/>
            <a:ext cx="4071600" cy="1886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64AB5D1-6C35-426E-B2F7-185B8D2DC0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67159" y="6901200"/>
            <a:ext cx="4046400" cy="13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D30BAF9-731F-4BF2-8249-B224D70B6C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87049" y="6901200"/>
            <a:ext cx="4046400" cy="13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8CA482-84C6-4D0E-8093-234BFE5E39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06939" y="6901200"/>
            <a:ext cx="4046400" cy="13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2838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8A7EB6-C981-4213-9535-7210CEA1235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282" y="2052792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6555851-31E7-4E5E-A819-C90A2B1973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1498794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6556F1F-1BA2-4348-A3B4-F39B63A19F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76533" y="10702998"/>
            <a:ext cx="3852000" cy="14220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5C33A63-5B5D-4799-82F1-FB61BF5544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04836" y="10702998"/>
            <a:ext cx="3852000" cy="14220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C9C416A-F484-4674-8334-C8A1270B22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268369" y="10702998"/>
            <a:ext cx="3852000" cy="14220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5531C73-833F-4E65-B65F-5D88689A91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84397" y="10702998"/>
            <a:ext cx="3852000" cy="14220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FA06FF0-BE53-4E4C-9378-C5B8A90420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37220" y="10702998"/>
            <a:ext cx="3852000" cy="14220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5749832-14BC-427A-9413-606BAE6834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96662" y="6535096"/>
            <a:ext cx="3013200" cy="1015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0000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9E3B54E-01E3-4ED1-A74F-4BC7EA439F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25071" y="6535096"/>
            <a:ext cx="3013200" cy="1015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0000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377833C-9A59-4F7A-895B-275541822F8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76330" y="6535096"/>
            <a:ext cx="3013200" cy="1015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0000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93B76A28-4D95-46E2-9B3E-DCED6A3CC3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704632" y="6535096"/>
            <a:ext cx="3013200" cy="1015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0000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04EBB37-D961-4937-A9F2-F6FF4D70CA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755891" y="6535096"/>
            <a:ext cx="3013200" cy="1015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0000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090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CF143E3-0148-48DE-BBD6-EA09C71DD1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8138" y="1212537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101819C-BA1D-496F-B75B-66AEF1783E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8710" y="8333124"/>
            <a:ext cx="5626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2775140-8298-4124-A4FD-08CEF4AC3B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3424" y="7445399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21FE24F-BA1C-4797-B96B-78062D9A311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9085" y="7445399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A009010-15FD-464C-A147-6EE1637EAD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180551" y="7445399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1A6D8D95-13CB-4AD6-A536-82C237B4A7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04371" y="8333124"/>
            <a:ext cx="5626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20F7A6F-1F9D-4E0E-8064-CAB5FF6E36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155837" y="8333124"/>
            <a:ext cx="5626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423C2D-E4B1-4097-A506-D50BF08CD8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08138" y="3907328"/>
            <a:ext cx="3175200" cy="2862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2A3E284-7894-46F3-9FD4-68091A45AE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9085" y="3907328"/>
            <a:ext cx="3175200" cy="2862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371E3A4-EA11-4A3E-8370-561744FBB0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250032" y="3907328"/>
            <a:ext cx="3175200" cy="2862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0" i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473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9BE6EAD2-3D92-4C40-801E-AC7EA8EAD3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7292476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6EB6188-5D49-4FCA-B435-3D9FFD89EC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9282" y="5352478"/>
            <a:ext cx="5688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</a:t>
            </a:r>
            <a:endParaRPr lang="en-ID" dirty="0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9D55509-88DB-405E-8B76-4CD58F0D9F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52482" y="1046972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2C18891-C8B1-4529-BF70-9C47A3844F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652482" y="3216505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264EEB5-B4BE-4B63-91F4-C1D7CF6756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2744" y="1046972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278E48BA-C0A2-455D-84A7-831B937175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899038" y="1046972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16F4EBE-0DDB-4FC3-80CB-2C82C0688E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52482" y="3843320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9CD53C-6D38-410C-A366-3A79A751D4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62744" y="3843320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37E7753-4737-4F31-8821-797447931B6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899038" y="3843320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A5233F6-99A8-4951-9CF3-9E0269A403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2482" y="6763235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63F6AFC-174F-4611-AB8B-A6109BA055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62744" y="6763235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1B1EF65-2A16-40D2-8BD2-6B9F2AB85F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899038" y="6763235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782130BF-427E-482A-AACD-9CF8DA6827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52482" y="9559583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DA8323D5-B75F-4FF3-A2AA-99C0795BF0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862744" y="9559583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E29E43C-CC98-42BD-AA33-5E904C635A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899038" y="9559583"/>
            <a:ext cx="27540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6C4A949-3D44-438D-A014-F88F8C8EE0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862744" y="3216505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2EA95BC4-86EA-4FA5-9C2B-EFB17F4430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899038" y="3216505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0B298CC0-9E5B-492A-8AC7-B0A8DFFC1F2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52482" y="6012853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62DCF469-73A2-4EA8-BEBA-9E95CB1F5B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862744" y="6012853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B5AFE614-F886-423F-B8FA-4FDDDD8728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899038" y="6012853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AF41C97D-5096-48AF-94BF-418635BD44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52482" y="8932768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44C4BBE6-2034-4775-BEA9-3D1D763D85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862744" y="8932768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91D02B1F-7E51-45BA-AE85-06B6AE58DF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899038" y="8932768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EE5647D3-C84D-4637-B5C6-BB3A10154A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52482" y="11729116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47172B95-239C-4DCF-9D31-9613DDDBEF4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862744" y="11729116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09686A23-C072-4631-93FB-D232B86616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899038" y="11729116"/>
            <a:ext cx="2880000" cy="3996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7666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B5A18A4-E323-420D-BDAC-55D5035B6F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0047" y="1357178"/>
            <a:ext cx="8085600" cy="7056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941F5A-2222-43DA-B721-5D8288AF8B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07787" y="3100257"/>
            <a:ext cx="21171600" cy="5634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8D6E738-1D7A-4F12-BE6C-0577066D3B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6227" y="9337699"/>
            <a:ext cx="10576800" cy="698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7288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C2A70-2E68-43F3-AE84-265CF83905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24387048" cy="13716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69504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F68DF31-C01F-4BDF-9C64-0CD19920CE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5574" y="4453862"/>
            <a:ext cx="10696026" cy="4808279"/>
          </a:xfrm>
          <a:custGeom>
            <a:avLst/>
            <a:gdLst>
              <a:gd name="connsiteX0" fmla="*/ 0 w 10696026"/>
              <a:gd name="connsiteY0" fmla="*/ 0 h 4808279"/>
              <a:gd name="connsiteX1" fmla="*/ 10696026 w 10696026"/>
              <a:gd name="connsiteY1" fmla="*/ 0 h 4808279"/>
              <a:gd name="connsiteX2" fmla="*/ 10696026 w 10696026"/>
              <a:gd name="connsiteY2" fmla="*/ 4808279 h 4808279"/>
              <a:gd name="connsiteX3" fmla="*/ 0 w 10696026"/>
              <a:gd name="connsiteY3" fmla="*/ 4808279 h 4808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96026" h="4808279">
                <a:moveTo>
                  <a:pt x="0" y="0"/>
                </a:moveTo>
                <a:lnTo>
                  <a:pt x="10696026" y="0"/>
                </a:lnTo>
                <a:lnTo>
                  <a:pt x="10696026" y="4808279"/>
                </a:lnTo>
                <a:lnTo>
                  <a:pt x="0" y="48082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2C550F9-C645-4E2F-884E-9590A5F343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6227" y="9881396"/>
            <a:ext cx="10576800" cy="698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6295322-8DF6-4490-A071-31AABCB5D3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519647" y="11681407"/>
            <a:ext cx="36000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1DDCCC2-CA56-479E-BDA5-99916A3BF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9238032" y="11681407"/>
            <a:ext cx="3600000" cy="500400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DBD2C66-F909-41DF-9327-AC428F7D49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66412" y="1241830"/>
            <a:ext cx="10252800" cy="37872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26585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296D7F1-F38F-4D3F-861A-FD0D41A2C4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98665" y="3581400"/>
            <a:ext cx="5189844" cy="6553200"/>
          </a:xfrm>
          <a:custGeom>
            <a:avLst/>
            <a:gdLst>
              <a:gd name="connsiteX0" fmla="*/ 0 w 5189844"/>
              <a:gd name="connsiteY0" fmla="*/ 0 h 6553200"/>
              <a:gd name="connsiteX1" fmla="*/ 5189844 w 5189844"/>
              <a:gd name="connsiteY1" fmla="*/ 0 h 6553200"/>
              <a:gd name="connsiteX2" fmla="*/ 5189844 w 5189844"/>
              <a:gd name="connsiteY2" fmla="*/ 6553200 h 6553200"/>
              <a:gd name="connsiteX3" fmla="*/ 0 w 5189844"/>
              <a:gd name="connsiteY3" fmla="*/ 6553200 h 655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89844" h="6553200">
                <a:moveTo>
                  <a:pt x="0" y="0"/>
                </a:moveTo>
                <a:lnTo>
                  <a:pt x="5189844" y="0"/>
                </a:lnTo>
                <a:lnTo>
                  <a:pt x="5189844" y="6553200"/>
                </a:lnTo>
                <a:lnTo>
                  <a:pt x="0" y="65532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1EDE11D-7745-4200-AA20-0714A03ED56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4568" y="3505569"/>
            <a:ext cx="10324254" cy="5634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4CB5055-126D-4C5E-83C6-F94E05C317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217530" y="6428049"/>
            <a:ext cx="2030400" cy="504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8934224-E26A-45AA-A385-F254421F56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84244" y="6428049"/>
            <a:ext cx="2030400" cy="504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6E3781D-1CD6-45E5-8284-7D22BFEB1C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1805572" y="6428049"/>
            <a:ext cx="2030400" cy="504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28B3862-EC2F-4A35-81AB-8E25FC278D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9282" y="11673172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4523BF28-7E3D-469D-A3B3-1A5C014B65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761383" y="4635248"/>
            <a:ext cx="8276400" cy="1792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14790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9F67DF-B0A2-43FE-9189-8C358DEF00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932196" y="1637722"/>
            <a:ext cx="5454980" cy="10987770"/>
          </a:xfrm>
          <a:custGeom>
            <a:avLst/>
            <a:gdLst>
              <a:gd name="connsiteX0" fmla="*/ 5454980 w 5454980"/>
              <a:gd name="connsiteY0" fmla="*/ 0 h 10987770"/>
              <a:gd name="connsiteX1" fmla="*/ 5454980 w 5454980"/>
              <a:gd name="connsiteY1" fmla="*/ 10987770 h 10987770"/>
              <a:gd name="connsiteX2" fmla="*/ 5212126 w 5454980"/>
              <a:gd name="connsiteY2" fmla="*/ 10981629 h 10987770"/>
              <a:gd name="connsiteX3" fmla="*/ 0 w 5454980"/>
              <a:gd name="connsiteY3" fmla="*/ 5493885 h 10987770"/>
              <a:gd name="connsiteX4" fmla="*/ 5212126 w 5454980"/>
              <a:gd name="connsiteY4" fmla="*/ 6141 h 1098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4980" h="10987770">
                <a:moveTo>
                  <a:pt x="5454980" y="0"/>
                </a:moveTo>
                <a:lnTo>
                  <a:pt x="5454980" y="10987770"/>
                </a:lnTo>
                <a:lnTo>
                  <a:pt x="5212126" y="10981629"/>
                </a:lnTo>
                <a:cubicBezTo>
                  <a:pt x="2308792" y="10834459"/>
                  <a:pt x="0" y="8433795"/>
                  <a:pt x="0" y="5493885"/>
                </a:cubicBezTo>
                <a:cubicBezTo>
                  <a:pt x="0" y="2553975"/>
                  <a:pt x="2308792" y="153312"/>
                  <a:pt x="5212126" y="614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F4CFF15-59DA-4197-9F59-0FE130A62A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07835" y="4939247"/>
            <a:ext cx="89928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BBCCE3F-46A6-4154-A225-9132DDEAD6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28168" y="2155256"/>
            <a:ext cx="47088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8831A02-6F84-43ED-8F2B-3A276B2F1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52882" y="148667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E9C27B4-388B-4051-8A9E-7B02318BA1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44738" y="4748627"/>
            <a:ext cx="47088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3E99B1F-7E02-46DE-93E1-81C155292D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4738" y="8182160"/>
            <a:ext cx="47088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FAAE082-DA81-43DE-BFC6-B0B88B1CD0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28168" y="10894043"/>
            <a:ext cx="47088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342FD74-F080-4B2A-A318-97355AEE43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9452" y="4109848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A0BFFD6-5C21-4425-801F-51B5F78656B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69452" y="7543381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37731A72-54D0-4709-A2C1-27093E18F13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52882" y="10225463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42824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C068-446A-4B61-8D81-C1B7EAC42A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637722"/>
            <a:ext cx="5454981" cy="10987770"/>
          </a:xfrm>
          <a:custGeom>
            <a:avLst/>
            <a:gdLst>
              <a:gd name="connsiteX0" fmla="*/ 0 w 5454981"/>
              <a:gd name="connsiteY0" fmla="*/ 0 h 10987770"/>
              <a:gd name="connsiteX1" fmla="*/ 242854 w 5454981"/>
              <a:gd name="connsiteY1" fmla="*/ 6141 h 10987770"/>
              <a:gd name="connsiteX2" fmla="*/ 5454981 w 5454981"/>
              <a:gd name="connsiteY2" fmla="*/ 5493885 h 10987770"/>
              <a:gd name="connsiteX3" fmla="*/ 242854 w 5454981"/>
              <a:gd name="connsiteY3" fmla="*/ 10981629 h 10987770"/>
              <a:gd name="connsiteX4" fmla="*/ 0 w 5454981"/>
              <a:gd name="connsiteY4" fmla="*/ 10987770 h 10987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4981" h="10987770">
                <a:moveTo>
                  <a:pt x="0" y="0"/>
                </a:moveTo>
                <a:lnTo>
                  <a:pt x="242854" y="6141"/>
                </a:lnTo>
                <a:cubicBezTo>
                  <a:pt x="3146189" y="153312"/>
                  <a:pt x="5454981" y="2553975"/>
                  <a:pt x="5454981" y="5493885"/>
                </a:cubicBezTo>
                <a:cubicBezTo>
                  <a:pt x="5454981" y="8433795"/>
                  <a:pt x="3146189" y="10834459"/>
                  <a:pt x="242854" y="10981629"/>
                </a:cubicBezTo>
                <a:lnTo>
                  <a:pt x="0" y="1098777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D79232-44D5-42E5-A640-7FAB25346D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84863" y="1998696"/>
            <a:ext cx="12279600" cy="130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78490E3-D106-40E5-A33B-D8CD698E7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5434" y="9803212"/>
            <a:ext cx="46332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A74D876-779A-4B28-9F54-B5095C3F1F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0147" y="8915487"/>
            <a:ext cx="43704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4298FB2-AEC7-4E9F-8189-3A0388800A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47152" y="8915487"/>
            <a:ext cx="43704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73D74BB-ED11-4B40-82E6-214C410C33F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346561" y="8915487"/>
            <a:ext cx="43704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E280971-6129-4069-8341-963B44B94A8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22439" y="9803212"/>
            <a:ext cx="46332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C2895BF-4111-4999-B0E6-E300C9A572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321848" y="9803212"/>
            <a:ext cx="46332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9452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B2E9E10-F1D4-4C81-AE45-DD7A29B835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61333" y="1935941"/>
            <a:ext cx="1749040" cy="1749040"/>
          </a:xfrm>
          <a:custGeom>
            <a:avLst/>
            <a:gdLst>
              <a:gd name="connsiteX0" fmla="*/ 874520 w 1749040"/>
              <a:gd name="connsiteY0" fmla="*/ 0 h 1749040"/>
              <a:gd name="connsiteX1" fmla="*/ 1749040 w 1749040"/>
              <a:gd name="connsiteY1" fmla="*/ 874520 h 1749040"/>
              <a:gd name="connsiteX2" fmla="*/ 874520 w 1749040"/>
              <a:gd name="connsiteY2" fmla="*/ 1749040 h 1749040"/>
              <a:gd name="connsiteX3" fmla="*/ 0 w 1749040"/>
              <a:gd name="connsiteY3" fmla="*/ 874520 h 1749040"/>
              <a:gd name="connsiteX4" fmla="*/ 874520 w 1749040"/>
              <a:gd name="connsiteY4" fmla="*/ 0 h 1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9040" h="1749040">
                <a:moveTo>
                  <a:pt x="874520" y="0"/>
                </a:moveTo>
                <a:cubicBezTo>
                  <a:pt x="1357504" y="0"/>
                  <a:pt x="1749040" y="391536"/>
                  <a:pt x="1749040" y="874520"/>
                </a:cubicBezTo>
                <a:cubicBezTo>
                  <a:pt x="1749040" y="1357504"/>
                  <a:pt x="1357504" y="1749040"/>
                  <a:pt x="874520" y="1749040"/>
                </a:cubicBezTo>
                <a:cubicBezTo>
                  <a:pt x="391536" y="1749040"/>
                  <a:pt x="0" y="1357504"/>
                  <a:pt x="0" y="874520"/>
                </a:cubicBezTo>
                <a:cubicBezTo>
                  <a:pt x="0" y="391536"/>
                  <a:pt x="391536" y="0"/>
                  <a:pt x="8745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5EE0D3-85A8-479B-9EB2-E4C7FB2898F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61333" y="4641414"/>
            <a:ext cx="1749040" cy="1749040"/>
          </a:xfrm>
          <a:custGeom>
            <a:avLst/>
            <a:gdLst>
              <a:gd name="connsiteX0" fmla="*/ 874520 w 1749040"/>
              <a:gd name="connsiteY0" fmla="*/ 0 h 1749040"/>
              <a:gd name="connsiteX1" fmla="*/ 1749040 w 1749040"/>
              <a:gd name="connsiteY1" fmla="*/ 874520 h 1749040"/>
              <a:gd name="connsiteX2" fmla="*/ 874520 w 1749040"/>
              <a:gd name="connsiteY2" fmla="*/ 1749040 h 1749040"/>
              <a:gd name="connsiteX3" fmla="*/ 0 w 1749040"/>
              <a:gd name="connsiteY3" fmla="*/ 874520 h 1749040"/>
              <a:gd name="connsiteX4" fmla="*/ 874520 w 1749040"/>
              <a:gd name="connsiteY4" fmla="*/ 0 h 1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9040" h="1749040">
                <a:moveTo>
                  <a:pt x="874520" y="0"/>
                </a:moveTo>
                <a:cubicBezTo>
                  <a:pt x="1357504" y="0"/>
                  <a:pt x="1749040" y="391536"/>
                  <a:pt x="1749040" y="874520"/>
                </a:cubicBezTo>
                <a:cubicBezTo>
                  <a:pt x="1749040" y="1357504"/>
                  <a:pt x="1357504" y="1749040"/>
                  <a:pt x="874520" y="1749040"/>
                </a:cubicBezTo>
                <a:cubicBezTo>
                  <a:pt x="391536" y="1749040"/>
                  <a:pt x="0" y="1357504"/>
                  <a:pt x="0" y="874520"/>
                </a:cubicBezTo>
                <a:cubicBezTo>
                  <a:pt x="0" y="391536"/>
                  <a:pt x="391536" y="0"/>
                  <a:pt x="8745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2E34A3C-A662-4307-B7B2-6DD164FF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261333" y="7302360"/>
            <a:ext cx="1749040" cy="1749040"/>
          </a:xfrm>
          <a:custGeom>
            <a:avLst/>
            <a:gdLst>
              <a:gd name="connsiteX0" fmla="*/ 874520 w 1749040"/>
              <a:gd name="connsiteY0" fmla="*/ 0 h 1749040"/>
              <a:gd name="connsiteX1" fmla="*/ 1749040 w 1749040"/>
              <a:gd name="connsiteY1" fmla="*/ 874520 h 1749040"/>
              <a:gd name="connsiteX2" fmla="*/ 874520 w 1749040"/>
              <a:gd name="connsiteY2" fmla="*/ 1749040 h 1749040"/>
              <a:gd name="connsiteX3" fmla="*/ 0 w 1749040"/>
              <a:gd name="connsiteY3" fmla="*/ 874520 h 1749040"/>
              <a:gd name="connsiteX4" fmla="*/ 874520 w 1749040"/>
              <a:gd name="connsiteY4" fmla="*/ 0 h 1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9040" h="1749040">
                <a:moveTo>
                  <a:pt x="874520" y="0"/>
                </a:moveTo>
                <a:cubicBezTo>
                  <a:pt x="1357504" y="0"/>
                  <a:pt x="1749040" y="391536"/>
                  <a:pt x="1749040" y="874520"/>
                </a:cubicBezTo>
                <a:cubicBezTo>
                  <a:pt x="1749040" y="1357504"/>
                  <a:pt x="1357504" y="1749040"/>
                  <a:pt x="874520" y="1749040"/>
                </a:cubicBezTo>
                <a:cubicBezTo>
                  <a:pt x="391536" y="1749040"/>
                  <a:pt x="0" y="1357504"/>
                  <a:pt x="0" y="874520"/>
                </a:cubicBezTo>
                <a:cubicBezTo>
                  <a:pt x="0" y="391536"/>
                  <a:pt x="391536" y="0"/>
                  <a:pt x="8745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490EABC-A9CC-4A36-9708-7C3EE82B6B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61333" y="10007833"/>
            <a:ext cx="1749040" cy="1749040"/>
          </a:xfrm>
          <a:custGeom>
            <a:avLst/>
            <a:gdLst>
              <a:gd name="connsiteX0" fmla="*/ 874520 w 1749040"/>
              <a:gd name="connsiteY0" fmla="*/ 0 h 1749040"/>
              <a:gd name="connsiteX1" fmla="*/ 1749040 w 1749040"/>
              <a:gd name="connsiteY1" fmla="*/ 874520 h 1749040"/>
              <a:gd name="connsiteX2" fmla="*/ 874520 w 1749040"/>
              <a:gd name="connsiteY2" fmla="*/ 1749040 h 1749040"/>
              <a:gd name="connsiteX3" fmla="*/ 0 w 1749040"/>
              <a:gd name="connsiteY3" fmla="*/ 874520 h 1749040"/>
              <a:gd name="connsiteX4" fmla="*/ 874520 w 1749040"/>
              <a:gd name="connsiteY4" fmla="*/ 0 h 174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9040" h="1749040">
                <a:moveTo>
                  <a:pt x="874520" y="0"/>
                </a:moveTo>
                <a:cubicBezTo>
                  <a:pt x="1357504" y="0"/>
                  <a:pt x="1749040" y="391536"/>
                  <a:pt x="1749040" y="874520"/>
                </a:cubicBezTo>
                <a:cubicBezTo>
                  <a:pt x="1749040" y="1357504"/>
                  <a:pt x="1357504" y="1749040"/>
                  <a:pt x="874520" y="1749040"/>
                </a:cubicBezTo>
                <a:cubicBezTo>
                  <a:pt x="391536" y="1749040"/>
                  <a:pt x="0" y="1357504"/>
                  <a:pt x="0" y="874520"/>
                </a:cubicBezTo>
                <a:cubicBezTo>
                  <a:pt x="0" y="391536"/>
                  <a:pt x="391536" y="0"/>
                  <a:pt x="87452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E9C24BE-50D6-444A-A26C-633961D22D6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509282" y="6166013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F20BB6D-ACBA-4120-8AC6-667CA98E40E2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509282" y="5613021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3ECDBB11-222A-472F-A61D-7FA86F7B991B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4706300" y="2226483"/>
            <a:ext cx="68436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40BC5E9-1B1A-47B2-B7A1-70E37C746618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4706300" y="5048249"/>
            <a:ext cx="68436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F2B25C1-BDEF-4602-A785-3FBCB85DA370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4706300" y="7731459"/>
            <a:ext cx="68436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3717B908-108A-4775-9C4B-80F886212207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4706300" y="10414669"/>
            <a:ext cx="68436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623419B5-D190-4ED4-9702-CC8551E448D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632158" y="1935687"/>
            <a:ext cx="2880000" cy="4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A6E2C3C-CCB8-4BBB-97F3-8581AFFC80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632158" y="4641160"/>
            <a:ext cx="2880000" cy="4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7CF3B77-81FF-4E05-959C-36763AE523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4632158" y="7324370"/>
            <a:ext cx="2880000" cy="4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F932188-ECFC-4EE6-AA29-B80960BDD0C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4632158" y="10007580"/>
            <a:ext cx="2880000" cy="49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95443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A0E788-F719-4ED1-ABEC-736AC10655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35655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542CBBB-A34A-49CA-B72E-8473A45DB7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33185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C154357-76ED-4B85-BED4-783EFC9290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489469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D735997-DD37-47E3-9065-EE085E1D07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935655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FDC7352-5BBA-4504-BE64-A5C74670409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33185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627DD32-149D-4BFB-88AB-C4B12F0CA06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489469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89C192A-1D31-44A9-AEA4-168A35BD02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76776" y="57485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CBBA7AF-5060-407E-9423-C965F5146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5022" y="4361782"/>
            <a:ext cx="77364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5D66F76F-C289-4909-ACFC-2944E410D7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74307" y="57485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82F0AD5-0B5F-471D-B88C-07BD221019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330591" y="57485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7380991-73F0-41E0-B64D-B9A9F29631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76776" y="112504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0255FB3-9E1C-4F90-9A45-221D5DA458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974307" y="112504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4E4AD652-5952-499A-A925-2116B4BB3C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330591" y="11250416"/>
            <a:ext cx="3607200" cy="9612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990097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1C2BA8B-CAB2-42AD-A798-A4484E9B19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69500" y="2600401"/>
            <a:ext cx="4332636" cy="2803850"/>
          </a:xfrm>
          <a:custGeom>
            <a:avLst/>
            <a:gdLst>
              <a:gd name="connsiteX0" fmla="*/ 0 w 4332636"/>
              <a:gd name="connsiteY0" fmla="*/ 0 h 2803850"/>
              <a:gd name="connsiteX1" fmla="*/ 4332636 w 4332636"/>
              <a:gd name="connsiteY1" fmla="*/ 0 h 2803850"/>
              <a:gd name="connsiteX2" fmla="*/ 4332636 w 4332636"/>
              <a:gd name="connsiteY2" fmla="*/ 2803850 h 2803850"/>
              <a:gd name="connsiteX3" fmla="*/ 0 w 4332636"/>
              <a:gd name="connsiteY3" fmla="*/ 2803850 h 28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2636" h="2803850">
                <a:moveTo>
                  <a:pt x="0" y="0"/>
                </a:moveTo>
                <a:lnTo>
                  <a:pt x="4332636" y="0"/>
                </a:lnTo>
                <a:lnTo>
                  <a:pt x="4332636" y="2803850"/>
                </a:lnTo>
                <a:lnTo>
                  <a:pt x="0" y="28038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A52E814-CB4A-47F3-9B91-7C50264576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04118" y="2600401"/>
            <a:ext cx="4332638" cy="2803850"/>
          </a:xfrm>
          <a:custGeom>
            <a:avLst/>
            <a:gdLst>
              <a:gd name="connsiteX0" fmla="*/ 0 w 4332638"/>
              <a:gd name="connsiteY0" fmla="*/ 0 h 2803850"/>
              <a:gd name="connsiteX1" fmla="*/ 4332638 w 4332638"/>
              <a:gd name="connsiteY1" fmla="*/ 0 h 2803850"/>
              <a:gd name="connsiteX2" fmla="*/ 4332638 w 4332638"/>
              <a:gd name="connsiteY2" fmla="*/ 2803850 h 2803850"/>
              <a:gd name="connsiteX3" fmla="*/ 0 w 4332638"/>
              <a:gd name="connsiteY3" fmla="*/ 2803850 h 28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32638" h="2803850">
                <a:moveTo>
                  <a:pt x="0" y="0"/>
                </a:moveTo>
                <a:lnTo>
                  <a:pt x="4332638" y="0"/>
                </a:lnTo>
                <a:lnTo>
                  <a:pt x="4332638" y="2803850"/>
                </a:lnTo>
                <a:lnTo>
                  <a:pt x="0" y="28038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A54619B-82C5-4346-A3FF-ABB90D7B88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904118" y="5703328"/>
            <a:ext cx="8998018" cy="5412272"/>
          </a:xfrm>
          <a:custGeom>
            <a:avLst/>
            <a:gdLst>
              <a:gd name="connsiteX0" fmla="*/ 0 w 8998018"/>
              <a:gd name="connsiteY0" fmla="*/ 0 h 5412272"/>
              <a:gd name="connsiteX1" fmla="*/ 8998018 w 8998018"/>
              <a:gd name="connsiteY1" fmla="*/ 0 h 5412272"/>
              <a:gd name="connsiteX2" fmla="*/ 8998018 w 8998018"/>
              <a:gd name="connsiteY2" fmla="*/ 5412272 h 5412272"/>
              <a:gd name="connsiteX3" fmla="*/ 0 w 8998018"/>
              <a:gd name="connsiteY3" fmla="*/ 5412272 h 5412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98018" h="5412272">
                <a:moveTo>
                  <a:pt x="0" y="0"/>
                </a:moveTo>
                <a:lnTo>
                  <a:pt x="8998018" y="0"/>
                </a:lnTo>
                <a:lnTo>
                  <a:pt x="8998018" y="5412272"/>
                </a:lnTo>
                <a:lnTo>
                  <a:pt x="0" y="541227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F59121A-B23A-4D49-9C6B-CFC42B8F1E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488628" y="2600402"/>
            <a:ext cx="6093016" cy="8515199"/>
          </a:xfrm>
          <a:custGeom>
            <a:avLst/>
            <a:gdLst>
              <a:gd name="connsiteX0" fmla="*/ 0 w 6093016"/>
              <a:gd name="connsiteY0" fmla="*/ 0 h 8515199"/>
              <a:gd name="connsiteX1" fmla="*/ 6093016 w 6093016"/>
              <a:gd name="connsiteY1" fmla="*/ 0 h 8515199"/>
              <a:gd name="connsiteX2" fmla="*/ 6093016 w 6093016"/>
              <a:gd name="connsiteY2" fmla="*/ 8515199 h 8515199"/>
              <a:gd name="connsiteX3" fmla="*/ 0 w 6093016"/>
              <a:gd name="connsiteY3" fmla="*/ 8515199 h 8515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3016" h="8515199">
                <a:moveTo>
                  <a:pt x="0" y="0"/>
                </a:moveTo>
                <a:lnTo>
                  <a:pt x="6093016" y="0"/>
                </a:lnTo>
                <a:lnTo>
                  <a:pt x="6093016" y="8515199"/>
                </a:lnTo>
                <a:lnTo>
                  <a:pt x="0" y="851519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D2DCE0C-8396-4925-8B4C-F69D32FA5B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00772" y="9819679"/>
            <a:ext cx="44784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3A9D5B4-71A5-49CD-8BCC-7A1A7E9500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5022" y="4361782"/>
            <a:ext cx="77364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5388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93FC627-73DF-497B-9F80-3A9ED261D6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36814" y="3581400"/>
            <a:ext cx="5466217" cy="7555114"/>
          </a:xfrm>
          <a:custGeom>
            <a:avLst/>
            <a:gdLst>
              <a:gd name="connsiteX0" fmla="*/ 0 w 5466217"/>
              <a:gd name="connsiteY0" fmla="*/ 0 h 7555114"/>
              <a:gd name="connsiteX1" fmla="*/ 5466217 w 5466217"/>
              <a:gd name="connsiteY1" fmla="*/ 0 h 7555114"/>
              <a:gd name="connsiteX2" fmla="*/ 5466217 w 5466217"/>
              <a:gd name="connsiteY2" fmla="*/ 7555114 h 7555114"/>
              <a:gd name="connsiteX3" fmla="*/ 0 w 5466217"/>
              <a:gd name="connsiteY3" fmla="*/ 7555114 h 755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6217" h="7555114">
                <a:moveTo>
                  <a:pt x="0" y="0"/>
                </a:moveTo>
                <a:lnTo>
                  <a:pt x="5466217" y="0"/>
                </a:lnTo>
                <a:lnTo>
                  <a:pt x="5466217" y="7555114"/>
                </a:lnTo>
                <a:lnTo>
                  <a:pt x="0" y="75551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EEE0C0F-B7BD-4668-819C-DD9E113730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7707" y="1636714"/>
            <a:ext cx="4018484" cy="5221287"/>
          </a:xfrm>
          <a:custGeom>
            <a:avLst/>
            <a:gdLst>
              <a:gd name="connsiteX0" fmla="*/ 0 w 4018484"/>
              <a:gd name="connsiteY0" fmla="*/ 0 h 5221287"/>
              <a:gd name="connsiteX1" fmla="*/ 4018484 w 4018484"/>
              <a:gd name="connsiteY1" fmla="*/ 0 h 5221287"/>
              <a:gd name="connsiteX2" fmla="*/ 4018484 w 4018484"/>
              <a:gd name="connsiteY2" fmla="*/ 5221287 h 5221287"/>
              <a:gd name="connsiteX3" fmla="*/ 0 w 4018484"/>
              <a:gd name="connsiteY3" fmla="*/ 5221287 h 5221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8484" h="5221287">
                <a:moveTo>
                  <a:pt x="0" y="0"/>
                </a:moveTo>
                <a:lnTo>
                  <a:pt x="4018484" y="0"/>
                </a:lnTo>
                <a:lnTo>
                  <a:pt x="4018484" y="5221287"/>
                </a:lnTo>
                <a:lnTo>
                  <a:pt x="0" y="522128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C0F319E-7950-4B0E-9876-9F74C416DC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70416" y="6041572"/>
            <a:ext cx="4451550" cy="3260700"/>
          </a:xfrm>
          <a:custGeom>
            <a:avLst/>
            <a:gdLst>
              <a:gd name="connsiteX0" fmla="*/ 0 w 4451550"/>
              <a:gd name="connsiteY0" fmla="*/ 0 h 3260700"/>
              <a:gd name="connsiteX1" fmla="*/ 4451550 w 4451550"/>
              <a:gd name="connsiteY1" fmla="*/ 0 h 3260700"/>
              <a:gd name="connsiteX2" fmla="*/ 4451550 w 4451550"/>
              <a:gd name="connsiteY2" fmla="*/ 3260700 h 3260700"/>
              <a:gd name="connsiteX3" fmla="*/ 0 w 4451550"/>
              <a:gd name="connsiteY3" fmla="*/ 3260700 h 326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1550" h="3260700">
                <a:moveTo>
                  <a:pt x="0" y="0"/>
                </a:moveTo>
                <a:lnTo>
                  <a:pt x="4451550" y="0"/>
                </a:lnTo>
                <a:lnTo>
                  <a:pt x="4451550" y="3260700"/>
                </a:lnTo>
                <a:lnTo>
                  <a:pt x="0" y="32607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DBA14-07CF-42F1-A251-18E9CF3915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806296" y="5050159"/>
            <a:ext cx="129024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8CD349-9C9B-4A40-9830-06F9CFDB2F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40601" y="11061524"/>
            <a:ext cx="54108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88576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1F8CCCC-68DC-4B29-8B6F-B2111F1A1C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62345" y="4662884"/>
            <a:ext cx="3378875" cy="4390231"/>
          </a:xfrm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7C9381D-7262-4D73-B9CE-8F4425458B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400163" y="4662885"/>
            <a:ext cx="3378875" cy="4390231"/>
          </a:xfrm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B4B66DC-8DEB-44B1-8D4B-983A06DAA8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662885"/>
            <a:ext cx="3378875" cy="4390231"/>
          </a:xfrm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C4C5B9B-CF97-46B6-B9F2-71B4A13371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137757" y="9791371"/>
            <a:ext cx="3628800" cy="500400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EDT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C7868A8-8CE3-46AF-8E3A-96F026DBD95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52627" y="5800053"/>
            <a:ext cx="62784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817964F-6F59-424A-B47A-9B5671641E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29710" y="5800053"/>
            <a:ext cx="11411913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TO EDIT TEXT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9C7569-E320-4D7A-8862-64B2D50381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5855" y="3193616"/>
            <a:ext cx="15300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FB438A5-6AD2-48CF-8A8D-199FEA35B25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31798" y="3193616"/>
            <a:ext cx="15300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A6BB64D-B063-4878-B91F-D0E5FBF51D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57147" y="3193616"/>
            <a:ext cx="15300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00</a:t>
            </a:r>
            <a:endParaRPr lang="en-ID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0BA80D2-D0FA-499E-849C-5A25115D1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58186" y="9791371"/>
            <a:ext cx="3628800" cy="500400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EDT</a:t>
            </a:r>
            <a:endParaRPr lang="en-ID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266995C-FAEE-4A6A-89A9-69E2C654E8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283535" y="9791371"/>
            <a:ext cx="3628800" cy="500400"/>
          </a:xfrm>
        </p:spPr>
        <p:txBody>
          <a:bodyPr>
            <a:normAutofit/>
          </a:bodyPr>
          <a:lstStyle>
            <a:lvl1pPr marL="0" indent="0" algn="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24612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4F8A309-B19D-44AA-82CD-03DB47503D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436814" y="8162131"/>
            <a:ext cx="3256064" cy="2250231"/>
          </a:xfrm>
          <a:custGeom>
            <a:avLst/>
            <a:gdLst>
              <a:gd name="connsiteX0" fmla="*/ 0 w 3256064"/>
              <a:gd name="connsiteY0" fmla="*/ 0 h 2250231"/>
              <a:gd name="connsiteX1" fmla="*/ 3256064 w 3256064"/>
              <a:gd name="connsiteY1" fmla="*/ 0 h 2250231"/>
              <a:gd name="connsiteX2" fmla="*/ 3256064 w 3256064"/>
              <a:gd name="connsiteY2" fmla="*/ 2250231 h 2250231"/>
              <a:gd name="connsiteX3" fmla="*/ 0 w 3256064"/>
              <a:gd name="connsiteY3" fmla="*/ 2250231 h 225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6064" h="2250231">
                <a:moveTo>
                  <a:pt x="0" y="0"/>
                </a:moveTo>
                <a:lnTo>
                  <a:pt x="3256064" y="0"/>
                </a:lnTo>
                <a:lnTo>
                  <a:pt x="3256064" y="2250231"/>
                </a:lnTo>
                <a:lnTo>
                  <a:pt x="0" y="225023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DD1ABEE-1DEF-4640-8153-8BAE5BDD68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719566" y="9510506"/>
            <a:ext cx="3742525" cy="4205495"/>
          </a:xfrm>
          <a:custGeom>
            <a:avLst/>
            <a:gdLst>
              <a:gd name="connsiteX0" fmla="*/ 0 w 3742525"/>
              <a:gd name="connsiteY0" fmla="*/ 0 h 4205495"/>
              <a:gd name="connsiteX1" fmla="*/ 3742525 w 3742525"/>
              <a:gd name="connsiteY1" fmla="*/ 0 h 4205495"/>
              <a:gd name="connsiteX2" fmla="*/ 3742525 w 3742525"/>
              <a:gd name="connsiteY2" fmla="*/ 4205495 h 4205495"/>
              <a:gd name="connsiteX3" fmla="*/ 0 w 3742525"/>
              <a:gd name="connsiteY3" fmla="*/ 4205495 h 420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525" h="4205495">
                <a:moveTo>
                  <a:pt x="0" y="0"/>
                </a:moveTo>
                <a:lnTo>
                  <a:pt x="3742525" y="0"/>
                </a:lnTo>
                <a:lnTo>
                  <a:pt x="3742525" y="4205495"/>
                </a:lnTo>
                <a:lnTo>
                  <a:pt x="0" y="420549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58B7C7B-64C0-4D11-8190-AA85D813D4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462090" y="6046841"/>
            <a:ext cx="3742526" cy="3451121"/>
          </a:xfrm>
          <a:custGeom>
            <a:avLst/>
            <a:gdLst>
              <a:gd name="connsiteX0" fmla="*/ 0 w 3742526"/>
              <a:gd name="connsiteY0" fmla="*/ 0 h 3451121"/>
              <a:gd name="connsiteX1" fmla="*/ 3742526 w 3742526"/>
              <a:gd name="connsiteY1" fmla="*/ 0 h 3451121"/>
              <a:gd name="connsiteX2" fmla="*/ 3742526 w 3742526"/>
              <a:gd name="connsiteY2" fmla="*/ 3451121 h 3451121"/>
              <a:gd name="connsiteX3" fmla="*/ 0 w 3742526"/>
              <a:gd name="connsiteY3" fmla="*/ 3451121 h 345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526" h="3451121">
                <a:moveTo>
                  <a:pt x="0" y="0"/>
                </a:moveTo>
                <a:lnTo>
                  <a:pt x="3742526" y="0"/>
                </a:lnTo>
                <a:lnTo>
                  <a:pt x="3742526" y="3451121"/>
                </a:lnTo>
                <a:lnTo>
                  <a:pt x="0" y="3451121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146CDF0-FD1B-42BA-9092-A89B79CB28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193588" y="0"/>
            <a:ext cx="5268502" cy="6046840"/>
          </a:xfrm>
          <a:custGeom>
            <a:avLst/>
            <a:gdLst>
              <a:gd name="connsiteX0" fmla="*/ 0 w 5268502"/>
              <a:gd name="connsiteY0" fmla="*/ 0 h 6046840"/>
              <a:gd name="connsiteX1" fmla="*/ 5268502 w 5268502"/>
              <a:gd name="connsiteY1" fmla="*/ 0 h 6046840"/>
              <a:gd name="connsiteX2" fmla="*/ 5268502 w 5268502"/>
              <a:gd name="connsiteY2" fmla="*/ 6046840 h 6046840"/>
              <a:gd name="connsiteX3" fmla="*/ 0 w 5268502"/>
              <a:gd name="connsiteY3" fmla="*/ 6046840 h 604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8502" h="6046840">
                <a:moveTo>
                  <a:pt x="0" y="0"/>
                </a:moveTo>
                <a:lnTo>
                  <a:pt x="5268502" y="0"/>
                </a:lnTo>
                <a:lnTo>
                  <a:pt x="5268502" y="6046840"/>
                </a:lnTo>
                <a:lnTo>
                  <a:pt x="0" y="604684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7D28123-30A5-484E-A09B-7FD9F521A1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76979" y="5392538"/>
            <a:ext cx="133920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6610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693F2BD-03BC-41B2-A693-9D8C51AF75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45443" y="1636712"/>
            <a:ext cx="3378875" cy="4390232"/>
          </a:xfrm>
          <a:custGeom>
            <a:avLst/>
            <a:gdLst>
              <a:gd name="connsiteX0" fmla="*/ 0 w 3378875"/>
              <a:gd name="connsiteY0" fmla="*/ 0 h 4390232"/>
              <a:gd name="connsiteX1" fmla="*/ 3378875 w 3378875"/>
              <a:gd name="connsiteY1" fmla="*/ 0 h 4390232"/>
              <a:gd name="connsiteX2" fmla="*/ 3378875 w 3378875"/>
              <a:gd name="connsiteY2" fmla="*/ 4390232 h 4390232"/>
              <a:gd name="connsiteX3" fmla="*/ 0 w 3378875"/>
              <a:gd name="connsiteY3" fmla="*/ 4390232 h 4390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2">
                <a:moveTo>
                  <a:pt x="0" y="0"/>
                </a:moveTo>
                <a:lnTo>
                  <a:pt x="3378875" y="0"/>
                </a:lnTo>
                <a:lnTo>
                  <a:pt x="3378875" y="4390232"/>
                </a:lnTo>
                <a:lnTo>
                  <a:pt x="0" y="439023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104AA16-DC1F-45B3-9440-630C5645B1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168501" y="5468940"/>
            <a:ext cx="2353880" cy="2220119"/>
          </a:xfrm>
          <a:custGeom>
            <a:avLst/>
            <a:gdLst>
              <a:gd name="connsiteX0" fmla="*/ 0 w 2353880"/>
              <a:gd name="connsiteY0" fmla="*/ 0 h 2220119"/>
              <a:gd name="connsiteX1" fmla="*/ 2353880 w 2353880"/>
              <a:gd name="connsiteY1" fmla="*/ 0 h 2220119"/>
              <a:gd name="connsiteX2" fmla="*/ 2353880 w 2353880"/>
              <a:gd name="connsiteY2" fmla="*/ 2220119 h 2220119"/>
              <a:gd name="connsiteX3" fmla="*/ 0 w 2353880"/>
              <a:gd name="connsiteY3" fmla="*/ 2220119 h 222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3880" h="2220119">
                <a:moveTo>
                  <a:pt x="0" y="0"/>
                </a:moveTo>
                <a:lnTo>
                  <a:pt x="2353880" y="0"/>
                </a:lnTo>
                <a:lnTo>
                  <a:pt x="2353880" y="2220119"/>
                </a:lnTo>
                <a:lnTo>
                  <a:pt x="0" y="222011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982F12A-6716-4C73-B8EF-18FE0F556D7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112876" y="2717716"/>
            <a:ext cx="2255448" cy="2127282"/>
          </a:xfrm>
          <a:custGeom>
            <a:avLst/>
            <a:gdLst>
              <a:gd name="connsiteX0" fmla="*/ 0 w 2255448"/>
              <a:gd name="connsiteY0" fmla="*/ 0 h 2127282"/>
              <a:gd name="connsiteX1" fmla="*/ 2255448 w 2255448"/>
              <a:gd name="connsiteY1" fmla="*/ 0 h 2127282"/>
              <a:gd name="connsiteX2" fmla="*/ 2255448 w 2255448"/>
              <a:gd name="connsiteY2" fmla="*/ 2127282 h 2127282"/>
              <a:gd name="connsiteX3" fmla="*/ 0 w 2255448"/>
              <a:gd name="connsiteY3" fmla="*/ 2127282 h 2127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5448" h="2127282">
                <a:moveTo>
                  <a:pt x="0" y="0"/>
                </a:moveTo>
                <a:lnTo>
                  <a:pt x="2255448" y="0"/>
                </a:lnTo>
                <a:lnTo>
                  <a:pt x="2255448" y="2127282"/>
                </a:lnTo>
                <a:lnTo>
                  <a:pt x="0" y="21272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C0DF8A4-BECB-4C4F-81AB-89461F990C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240600" y="3913982"/>
            <a:ext cx="5409600" cy="3775076"/>
          </a:xfrm>
          <a:custGeom>
            <a:avLst/>
            <a:gdLst>
              <a:gd name="connsiteX0" fmla="*/ 0 w 5409600"/>
              <a:gd name="connsiteY0" fmla="*/ 0 h 3775076"/>
              <a:gd name="connsiteX1" fmla="*/ 5409600 w 5409600"/>
              <a:gd name="connsiteY1" fmla="*/ 0 h 3775076"/>
              <a:gd name="connsiteX2" fmla="*/ 5409600 w 5409600"/>
              <a:gd name="connsiteY2" fmla="*/ 3775076 h 3775076"/>
              <a:gd name="connsiteX3" fmla="*/ 0 w 5409600"/>
              <a:gd name="connsiteY3" fmla="*/ 3775076 h 3775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09600" h="3775076">
                <a:moveTo>
                  <a:pt x="0" y="0"/>
                </a:moveTo>
                <a:lnTo>
                  <a:pt x="5409600" y="0"/>
                </a:lnTo>
                <a:lnTo>
                  <a:pt x="5409600" y="3775076"/>
                </a:lnTo>
                <a:lnTo>
                  <a:pt x="0" y="377507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19BC5A-EC5C-4C9A-8329-0E2FDC8C49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494623" y="8711476"/>
            <a:ext cx="4063400" cy="3367812"/>
          </a:xfrm>
          <a:custGeom>
            <a:avLst/>
            <a:gdLst>
              <a:gd name="connsiteX0" fmla="*/ 0 w 4063400"/>
              <a:gd name="connsiteY0" fmla="*/ 0 h 3367812"/>
              <a:gd name="connsiteX1" fmla="*/ 4063400 w 4063400"/>
              <a:gd name="connsiteY1" fmla="*/ 0 h 3367812"/>
              <a:gd name="connsiteX2" fmla="*/ 4063400 w 4063400"/>
              <a:gd name="connsiteY2" fmla="*/ 3367812 h 3367812"/>
              <a:gd name="connsiteX3" fmla="*/ 0 w 4063400"/>
              <a:gd name="connsiteY3" fmla="*/ 3367812 h 336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3400" h="3367812">
                <a:moveTo>
                  <a:pt x="0" y="0"/>
                </a:moveTo>
                <a:lnTo>
                  <a:pt x="4063400" y="0"/>
                </a:lnTo>
                <a:lnTo>
                  <a:pt x="4063400" y="3367812"/>
                </a:lnTo>
                <a:lnTo>
                  <a:pt x="0" y="33678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81476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81E4800-A895-452D-A722-544BCBABA6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787094" y="8358594"/>
            <a:ext cx="6822506" cy="1940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FB56813-C204-4C57-A2B9-1BED451E1C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61580" y="1220183"/>
            <a:ext cx="7264800" cy="5544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871300-F16F-41D0-BF44-265674E778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82334" y="2465388"/>
            <a:ext cx="6822506" cy="8785224"/>
          </a:xfrm>
          <a:custGeom>
            <a:avLst/>
            <a:gdLst>
              <a:gd name="connsiteX0" fmla="*/ 3407762 w 6822506"/>
              <a:gd name="connsiteY0" fmla="*/ 0 h 8785224"/>
              <a:gd name="connsiteX1" fmla="*/ 4622824 w 6822506"/>
              <a:gd name="connsiteY1" fmla="*/ 788507 h 8785224"/>
              <a:gd name="connsiteX2" fmla="*/ 6822506 w 6822506"/>
              <a:gd name="connsiteY2" fmla="*/ 3007491 h 8785224"/>
              <a:gd name="connsiteX3" fmla="*/ 6822506 w 6822506"/>
              <a:gd name="connsiteY3" fmla="*/ 8785224 h 8785224"/>
              <a:gd name="connsiteX4" fmla="*/ 0 w 6822506"/>
              <a:gd name="connsiteY4" fmla="*/ 8743356 h 8785224"/>
              <a:gd name="connsiteX5" fmla="*/ 0 w 6822506"/>
              <a:gd name="connsiteY5" fmla="*/ 3007491 h 8785224"/>
              <a:gd name="connsiteX6" fmla="*/ 2192699 w 6822506"/>
              <a:gd name="connsiteY6" fmla="*/ 788507 h 8785224"/>
              <a:gd name="connsiteX7" fmla="*/ 3407762 w 6822506"/>
              <a:gd name="connsiteY7" fmla="*/ 0 h 8785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22506" h="8785224">
                <a:moveTo>
                  <a:pt x="3407762" y="0"/>
                </a:moveTo>
                <a:cubicBezTo>
                  <a:pt x="3610272" y="146537"/>
                  <a:pt x="4127022" y="516368"/>
                  <a:pt x="4622824" y="788507"/>
                </a:cubicBezTo>
                <a:cubicBezTo>
                  <a:pt x="5258288" y="1144382"/>
                  <a:pt x="6822506" y="1946845"/>
                  <a:pt x="6822506" y="3007491"/>
                </a:cubicBezTo>
                <a:cubicBezTo>
                  <a:pt x="6822506" y="8785224"/>
                  <a:pt x="6822506" y="8785224"/>
                  <a:pt x="6822506" y="8785224"/>
                </a:cubicBezTo>
                <a:cubicBezTo>
                  <a:pt x="0" y="8743356"/>
                  <a:pt x="0" y="8743356"/>
                  <a:pt x="0" y="8743356"/>
                </a:cubicBezTo>
                <a:cubicBezTo>
                  <a:pt x="0" y="3007491"/>
                  <a:pt x="0" y="3007491"/>
                  <a:pt x="0" y="3007491"/>
                </a:cubicBezTo>
                <a:cubicBezTo>
                  <a:pt x="0" y="1946845"/>
                  <a:pt x="1564218" y="1144382"/>
                  <a:pt x="2192699" y="788507"/>
                </a:cubicBezTo>
                <a:cubicBezTo>
                  <a:pt x="2688500" y="516368"/>
                  <a:pt x="3205251" y="146537"/>
                  <a:pt x="340776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BEFE904-4BC0-4019-8F54-210DDE26C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3987" y="8358594"/>
            <a:ext cx="13759200" cy="19404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3ABB67E-6034-4DC3-B74C-7ED07CE67E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61579" y="11692092"/>
            <a:ext cx="72648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82E0ACF-ECA6-4DB0-8F9F-1374B6DD08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271854" y="8358594"/>
            <a:ext cx="6822506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11354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957E651-7DAB-4656-A5ED-656147A224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536452" y="1096964"/>
            <a:ext cx="3630028" cy="2484437"/>
          </a:xfrm>
          <a:custGeom>
            <a:avLst/>
            <a:gdLst>
              <a:gd name="connsiteX0" fmla="*/ 0 w 3630028"/>
              <a:gd name="connsiteY0" fmla="*/ 0 h 2484437"/>
              <a:gd name="connsiteX1" fmla="*/ 3630028 w 3630028"/>
              <a:gd name="connsiteY1" fmla="*/ 0 h 2484437"/>
              <a:gd name="connsiteX2" fmla="*/ 3630028 w 3630028"/>
              <a:gd name="connsiteY2" fmla="*/ 2484437 h 2484437"/>
              <a:gd name="connsiteX3" fmla="*/ 0 w 3630028"/>
              <a:gd name="connsiteY3" fmla="*/ 2484437 h 248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30028" h="2484437">
                <a:moveTo>
                  <a:pt x="0" y="0"/>
                </a:moveTo>
                <a:lnTo>
                  <a:pt x="3630028" y="0"/>
                </a:lnTo>
                <a:lnTo>
                  <a:pt x="3630028" y="2484437"/>
                </a:lnTo>
                <a:lnTo>
                  <a:pt x="0" y="2484437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EF24402-E19D-4B8B-BC9B-6FEF3490DD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3996" y="1637596"/>
            <a:ext cx="13593600" cy="1306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4EF6833-AFC1-4DAB-9B11-9D714ADE7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08138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E75535E-D13A-4687-A2F5-A5CA7935A8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852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6E0DD98-E97B-46F1-8EEC-EA95A69991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72881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163CC8-2F4E-44CD-84EF-9CD73EBBE0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511739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2378F10-68E3-48C0-AFBB-76C0A36451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51768" y="7642436"/>
            <a:ext cx="3888000" cy="705600"/>
          </a:xfrm>
        </p:spPr>
        <p:txBody>
          <a:bodyPr>
            <a:normAutofit/>
          </a:bodyPr>
          <a:lstStyle>
            <a:lvl1pPr marL="457200" indent="-457200" algn="l">
              <a:lnSpc>
                <a:spcPct val="150000"/>
              </a:lnSpc>
              <a:buFont typeface="Wingdings" panose="05000000000000000000" pitchFamily="2" charset="2"/>
              <a:buChar char="§"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6E3F302-3517-493D-A458-269E8C7ED6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48167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0EEEA73-5A4A-4C56-AA7C-79B7144CF4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87025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62CA1E0-0F0F-417C-A9D4-67C4F623E1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427054" y="8715763"/>
            <a:ext cx="3628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E95766A-0083-4077-A172-CBBB21FBF10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608138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6B01F35-E4DF-48EA-BF65-5A112D7EF9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48167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FE9E977-42CF-4DCD-A6CD-D5E36DB080F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487025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CC02E26-B469-457D-90A1-180F790E1EC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9427054" y="10707718"/>
            <a:ext cx="3520800" cy="500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60309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9FBF551-8781-43F4-89E4-D91AEB3893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19575" y="2219453"/>
            <a:ext cx="6074013" cy="9277094"/>
          </a:xfrm>
          <a:custGeom>
            <a:avLst/>
            <a:gdLst>
              <a:gd name="connsiteX0" fmla="*/ 0 w 6074013"/>
              <a:gd name="connsiteY0" fmla="*/ 0 h 9277094"/>
              <a:gd name="connsiteX1" fmla="*/ 6074013 w 6074013"/>
              <a:gd name="connsiteY1" fmla="*/ 0 h 9277094"/>
              <a:gd name="connsiteX2" fmla="*/ 6074013 w 6074013"/>
              <a:gd name="connsiteY2" fmla="*/ 9277094 h 9277094"/>
              <a:gd name="connsiteX3" fmla="*/ 0 w 6074013"/>
              <a:gd name="connsiteY3" fmla="*/ 9277094 h 927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4013" h="9277094">
                <a:moveTo>
                  <a:pt x="0" y="0"/>
                </a:moveTo>
                <a:lnTo>
                  <a:pt x="6074013" y="0"/>
                </a:lnTo>
                <a:lnTo>
                  <a:pt x="6074013" y="9277094"/>
                </a:lnTo>
                <a:lnTo>
                  <a:pt x="0" y="927709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F747481-26B6-45CC-BBEF-1B36F2198A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27975" y="1224141"/>
            <a:ext cx="137592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425E88A-A140-42AA-A3E6-0E812C4DED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615895" y="10183127"/>
            <a:ext cx="5122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534E891-C24A-4FC3-96EE-FEE50AA28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41986" y="7765402"/>
            <a:ext cx="4914000" cy="2084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23007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230239A-292B-4C9B-B6C8-4871C33EB9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1122" y="2051050"/>
            <a:ext cx="9613636" cy="9613900"/>
          </a:xfrm>
          <a:custGeom>
            <a:avLst/>
            <a:gdLst>
              <a:gd name="connsiteX0" fmla="*/ 4806819 w 9613636"/>
              <a:gd name="connsiteY0" fmla="*/ 0 h 9613900"/>
              <a:gd name="connsiteX1" fmla="*/ 9613636 w 9613636"/>
              <a:gd name="connsiteY1" fmla="*/ 4806950 h 9613900"/>
              <a:gd name="connsiteX2" fmla="*/ 4806819 w 9613636"/>
              <a:gd name="connsiteY2" fmla="*/ 9613900 h 9613900"/>
              <a:gd name="connsiteX3" fmla="*/ 0 w 9613636"/>
              <a:gd name="connsiteY3" fmla="*/ 4806950 h 9613900"/>
              <a:gd name="connsiteX4" fmla="*/ 4806819 w 9613636"/>
              <a:gd name="connsiteY4" fmla="*/ 0 h 961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13636" h="9613900">
                <a:moveTo>
                  <a:pt x="4806819" y="0"/>
                </a:moveTo>
                <a:cubicBezTo>
                  <a:pt x="7461550" y="0"/>
                  <a:pt x="9613636" y="2152145"/>
                  <a:pt x="9613636" y="4806950"/>
                </a:cubicBezTo>
                <a:cubicBezTo>
                  <a:pt x="9613636" y="7461755"/>
                  <a:pt x="7461550" y="9613900"/>
                  <a:pt x="4806819" y="9613900"/>
                </a:cubicBezTo>
                <a:cubicBezTo>
                  <a:pt x="2152086" y="9613900"/>
                  <a:pt x="0" y="7461755"/>
                  <a:pt x="0" y="4806950"/>
                </a:cubicBezTo>
                <a:cubicBezTo>
                  <a:pt x="0" y="2152145"/>
                  <a:pt x="2152086" y="0"/>
                  <a:pt x="480681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922A81-0112-4A65-97C8-0E901AB223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34178" y="4087605"/>
            <a:ext cx="7426800" cy="4075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1960776-577B-4203-B2FD-DA44DF4E9D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745686" y="8638024"/>
            <a:ext cx="5598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05826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D55B9D-85EC-40F3-B094-1DB792A70B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14782" y="4151870"/>
            <a:ext cx="9191902" cy="7927418"/>
          </a:xfrm>
          <a:custGeom>
            <a:avLst/>
            <a:gdLst>
              <a:gd name="connsiteX0" fmla="*/ 0 w 10330318"/>
              <a:gd name="connsiteY0" fmla="*/ 0 h 7927418"/>
              <a:gd name="connsiteX1" fmla="*/ 10330318 w 10330318"/>
              <a:gd name="connsiteY1" fmla="*/ 0 h 7927418"/>
              <a:gd name="connsiteX2" fmla="*/ 10330318 w 10330318"/>
              <a:gd name="connsiteY2" fmla="*/ 7927418 h 7927418"/>
              <a:gd name="connsiteX3" fmla="*/ 0 w 10330318"/>
              <a:gd name="connsiteY3" fmla="*/ 7927418 h 7927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30318" h="7927418">
                <a:moveTo>
                  <a:pt x="0" y="0"/>
                </a:moveTo>
                <a:lnTo>
                  <a:pt x="10330318" y="0"/>
                </a:lnTo>
                <a:lnTo>
                  <a:pt x="10330318" y="7927418"/>
                </a:lnTo>
                <a:lnTo>
                  <a:pt x="0" y="792741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3374A1A-4177-4E69-A99A-97251B5A7A4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14782" y="4151870"/>
            <a:ext cx="9191902" cy="7927418"/>
          </a:xfrm>
        </p:spPr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64FCB22-958F-41C0-95A4-37EAA8C09A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8138" y="1224000"/>
            <a:ext cx="13244400" cy="5634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A907D7-0101-438F-ABCE-688EB9842C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838711" y="10780858"/>
            <a:ext cx="5122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14019B1-16DA-4CCC-A3A9-30D3091CE7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863424" y="9893133"/>
            <a:ext cx="4914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4837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C0BFDC-E0A0-4AEE-992D-0FE7E9E9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140" y="1636713"/>
            <a:ext cx="8911751" cy="10442575"/>
          </a:xfrm>
          <a:custGeom>
            <a:avLst/>
            <a:gdLst>
              <a:gd name="connsiteX0" fmla="*/ 0 w 8911751"/>
              <a:gd name="connsiteY0" fmla="*/ 0 h 10442575"/>
              <a:gd name="connsiteX1" fmla="*/ 8911751 w 8911751"/>
              <a:gd name="connsiteY1" fmla="*/ 0 h 10442575"/>
              <a:gd name="connsiteX2" fmla="*/ 8911751 w 8911751"/>
              <a:gd name="connsiteY2" fmla="*/ 10442575 h 10442575"/>
              <a:gd name="connsiteX3" fmla="*/ 0 w 8911751"/>
              <a:gd name="connsiteY3" fmla="*/ 10442575 h 1044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11751" h="10442575">
                <a:moveTo>
                  <a:pt x="0" y="0"/>
                </a:moveTo>
                <a:lnTo>
                  <a:pt x="8911751" y="0"/>
                </a:lnTo>
                <a:lnTo>
                  <a:pt x="8911751" y="10442575"/>
                </a:lnTo>
                <a:lnTo>
                  <a:pt x="0" y="104425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FBE9D3-C718-4B54-8FBE-0C699C3C9B7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94859" y="6878127"/>
            <a:ext cx="4438699" cy="5201161"/>
          </a:xfrm>
          <a:custGeom>
            <a:avLst/>
            <a:gdLst>
              <a:gd name="connsiteX0" fmla="*/ 2219349 w 4438699"/>
              <a:gd name="connsiteY0" fmla="*/ 0 h 5201161"/>
              <a:gd name="connsiteX1" fmla="*/ 4438699 w 4438699"/>
              <a:gd name="connsiteY1" fmla="*/ 2219350 h 5201161"/>
              <a:gd name="connsiteX2" fmla="*/ 4438699 w 4438699"/>
              <a:gd name="connsiteY2" fmla="*/ 5201161 h 5201161"/>
              <a:gd name="connsiteX3" fmla="*/ 0 w 4438699"/>
              <a:gd name="connsiteY3" fmla="*/ 5201161 h 5201161"/>
              <a:gd name="connsiteX4" fmla="*/ 0 w 4438699"/>
              <a:gd name="connsiteY4" fmla="*/ 2219350 h 5201161"/>
              <a:gd name="connsiteX5" fmla="*/ 2219349 w 4438699"/>
              <a:gd name="connsiteY5" fmla="*/ 0 h 5201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8699" h="5201161">
                <a:moveTo>
                  <a:pt x="2219349" y="0"/>
                </a:moveTo>
                <a:cubicBezTo>
                  <a:pt x="3445062" y="0"/>
                  <a:pt x="4438699" y="993637"/>
                  <a:pt x="4438699" y="2219350"/>
                </a:cubicBezTo>
                <a:lnTo>
                  <a:pt x="4438699" y="5201161"/>
                </a:lnTo>
                <a:lnTo>
                  <a:pt x="0" y="5201161"/>
                </a:lnTo>
                <a:lnTo>
                  <a:pt x="0" y="2219350"/>
                </a:lnTo>
                <a:cubicBezTo>
                  <a:pt x="0" y="993637"/>
                  <a:pt x="993636" y="0"/>
                  <a:pt x="221934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DAC0184-01E2-49D4-9BA7-471CC540E1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09796" y="3269171"/>
            <a:ext cx="10184400" cy="2689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6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173A34-95F5-4C35-ACC3-547A27B0E4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95004" y="10780858"/>
            <a:ext cx="5122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52AB2FF-56BC-445E-AD39-A7387592AD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919717" y="9893133"/>
            <a:ext cx="4914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751671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02A4CA-5327-47D5-AEF0-0384200A80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67286" y="1636713"/>
            <a:ext cx="8911752" cy="10442575"/>
          </a:xfrm>
          <a:custGeom>
            <a:avLst/>
            <a:gdLst>
              <a:gd name="connsiteX0" fmla="*/ 0 w 8911752"/>
              <a:gd name="connsiteY0" fmla="*/ 0 h 10442575"/>
              <a:gd name="connsiteX1" fmla="*/ 8911752 w 8911752"/>
              <a:gd name="connsiteY1" fmla="*/ 0 h 10442575"/>
              <a:gd name="connsiteX2" fmla="*/ 8911752 w 8911752"/>
              <a:gd name="connsiteY2" fmla="*/ 10442575 h 10442575"/>
              <a:gd name="connsiteX3" fmla="*/ 0 w 8911752"/>
              <a:gd name="connsiteY3" fmla="*/ 10442575 h 10442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11752" h="10442575">
                <a:moveTo>
                  <a:pt x="0" y="0"/>
                </a:moveTo>
                <a:lnTo>
                  <a:pt x="8911752" y="0"/>
                </a:lnTo>
                <a:lnTo>
                  <a:pt x="8911752" y="10442575"/>
                </a:lnTo>
                <a:lnTo>
                  <a:pt x="0" y="1044257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EA168EC-FF0B-48CA-B445-7EB4D06BE7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6827" y="3266778"/>
            <a:ext cx="12902400" cy="5634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ABA4A9D-D5CF-4E8B-A37A-F13198EE8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08136" y="9600966"/>
            <a:ext cx="81540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94961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B0EF8D2-321C-4D69-95E3-72C0205444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0919" y="0"/>
            <a:ext cx="8911751" cy="12079288"/>
          </a:xfrm>
          <a:custGeom>
            <a:avLst/>
            <a:gdLst>
              <a:gd name="connsiteX0" fmla="*/ 0 w 8911751"/>
              <a:gd name="connsiteY0" fmla="*/ 0 h 12079288"/>
              <a:gd name="connsiteX1" fmla="*/ 8911751 w 8911751"/>
              <a:gd name="connsiteY1" fmla="*/ 0 h 12079288"/>
              <a:gd name="connsiteX2" fmla="*/ 8911751 w 8911751"/>
              <a:gd name="connsiteY2" fmla="*/ 12079288 h 12079288"/>
              <a:gd name="connsiteX3" fmla="*/ 0 w 8911751"/>
              <a:gd name="connsiteY3" fmla="*/ 12079288 h 1207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11751" h="12079288">
                <a:moveTo>
                  <a:pt x="0" y="0"/>
                </a:moveTo>
                <a:lnTo>
                  <a:pt x="8911751" y="0"/>
                </a:lnTo>
                <a:lnTo>
                  <a:pt x="8911751" y="12079288"/>
                </a:lnTo>
                <a:lnTo>
                  <a:pt x="0" y="1207928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A155EDA-1289-4F28-B005-7A7AFBC324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5802" y="3266778"/>
            <a:ext cx="12902400" cy="56340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ACF11C7-8852-4547-9E44-A409500226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391667" y="10780858"/>
            <a:ext cx="5122800" cy="14220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06434DE-29D2-475E-93A3-58270DD087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6380" y="9893133"/>
            <a:ext cx="4914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56953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0F31412-12BF-400A-88AF-9DBD6AF160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8970" y="1211129"/>
            <a:ext cx="17330400" cy="19404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0C5B3F6-67FC-4428-A475-0AD54AD90D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146" y="2506410"/>
            <a:ext cx="8204885" cy="9572878"/>
          </a:xfrm>
          <a:custGeom>
            <a:avLst/>
            <a:gdLst>
              <a:gd name="connsiteX0" fmla="*/ 4102442 w 8204885"/>
              <a:gd name="connsiteY0" fmla="*/ 0 h 9572878"/>
              <a:gd name="connsiteX1" fmla="*/ 8204885 w 8204885"/>
              <a:gd name="connsiteY1" fmla="*/ 4786439 h 9572878"/>
              <a:gd name="connsiteX2" fmla="*/ 4102442 w 8204885"/>
              <a:gd name="connsiteY2" fmla="*/ 9572878 h 9572878"/>
              <a:gd name="connsiteX3" fmla="*/ 0 w 8204885"/>
              <a:gd name="connsiteY3" fmla="*/ 4786439 h 9572878"/>
              <a:gd name="connsiteX4" fmla="*/ 4102442 w 8204885"/>
              <a:gd name="connsiteY4" fmla="*/ 0 h 9572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04885" h="9572878">
                <a:moveTo>
                  <a:pt x="4102442" y="0"/>
                </a:moveTo>
                <a:cubicBezTo>
                  <a:pt x="6368159" y="0"/>
                  <a:pt x="8204885" y="2142963"/>
                  <a:pt x="8204885" y="4786439"/>
                </a:cubicBezTo>
                <a:cubicBezTo>
                  <a:pt x="8204885" y="7429916"/>
                  <a:pt x="6368159" y="9572878"/>
                  <a:pt x="4102442" y="9572878"/>
                </a:cubicBezTo>
                <a:cubicBezTo>
                  <a:pt x="1836725" y="9572878"/>
                  <a:pt x="0" y="7429916"/>
                  <a:pt x="0" y="4786439"/>
                </a:cubicBezTo>
                <a:cubicBezTo>
                  <a:pt x="0" y="2142963"/>
                  <a:pt x="1836725" y="0"/>
                  <a:pt x="4102442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88072F0-5AF4-45A9-9FDA-A9792CAA3D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9512584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1377BC8-0FBE-40AE-A012-5FE58AEE40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502607" y="9512584"/>
            <a:ext cx="5400000" cy="55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4B571F3-ECDD-4C23-AFBB-7AA64497C9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8971" y="3033075"/>
            <a:ext cx="17330400" cy="19404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69733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63F01B3-B743-4D11-B07B-A8DC90ECB91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16622" y="2013621"/>
            <a:ext cx="7524179" cy="9688758"/>
          </a:xfrm>
          <a:custGeom>
            <a:avLst/>
            <a:gdLst>
              <a:gd name="connsiteX0" fmla="*/ 3758239 w 7524179"/>
              <a:gd name="connsiteY0" fmla="*/ 0 h 9688758"/>
              <a:gd name="connsiteX1" fmla="*/ 5098267 w 7524179"/>
              <a:gd name="connsiteY1" fmla="*/ 869603 h 9688758"/>
              <a:gd name="connsiteX2" fmla="*/ 7524179 w 7524179"/>
              <a:gd name="connsiteY2" fmla="*/ 3316803 h 9688758"/>
              <a:gd name="connsiteX3" fmla="*/ 7524179 w 7524179"/>
              <a:gd name="connsiteY3" fmla="*/ 9688758 h 9688758"/>
              <a:gd name="connsiteX4" fmla="*/ 0 w 7524179"/>
              <a:gd name="connsiteY4" fmla="*/ 9642584 h 9688758"/>
              <a:gd name="connsiteX5" fmla="*/ 0 w 7524179"/>
              <a:gd name="connsiteY5" fmla="*/ 3316803 h 9688758"/>
              <a:gd name="connsiteX6" fmla="*/ 2418211 w 7524179"/>
              <a:gd name="connsiteY6" fmla="*/ 869603 h 9688758"/>
              <a:gd name="connsiteX7" fmla="*/ 3758239 w 7524179"/>
              <a:gd name="connsiteY7" fmla="*/ 0 h 9688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24179" h="9688758">
                <a:moveTo>
                  <a:pt x="3758239" y="0"/>
                </a:moveTo>
                <a:cubicBezTo>
                  <a:pt x="3981577" y="161608"/>
                  <a:pt x="4551475" y="569474"/>
                  <a:pt x="5098267" y="869603"/>
                </a:cubicBezTo>
                <a:cubicBezTo>
                  <a:pt x="5799087" y="1262078"/>
                  <a:pt x="7524179" y="2147072"/>
                  <a:pt x="7524179" y="3316803"/>
                </a:cubicBezTo>
                <a:cubicBezTo>
                  <a:pt x="7524179" y="9688758"/>
                  <a:pt x="7524179" y="9688758"/>
                  <a:pt x="7524179" y="9688758"/>
                </a:cubicBezTo>
                <a:cubicBezTo>
                  <a:pt x="0" y="9642584"/>
                  <a:pt x="0" y="9642584"/>
                  <a:pt x="0" y="9642584"/>
                </a:cubicBezTo>
                <a:cubicBezTo>
                  <a:pt x="0" y="3316803"/>
                  <a:pt x="0" y="3316803"/>
                  <a:pt x="0" y="3316803"/>
                </a:cubicBezTo>
                <a:cubicBezTo>
                  <a:pt x="0" y="2147072"/>
                  <a:pt x="1725093" y="1262078"/>
                  <a:pt x="2418211" y="869603"/>
                </a:cubicBezTo>
                <a:cubicBezTo>
                  <a:pt x="2965005" y="569474"/>
                  <a:pt x="3534901" y="161608"/>
                  <a:pt x="3758239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72B91B8-9E4F-44CA-8DDD-1A666146C0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281" y="2894408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611F1B1-CDD1-4C50-9493-DDCA3B1EC6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1998516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06CCE6B-8CA2-4ACF-8FB8-C40634FD37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08138" y="5612393"/>
            <a:ext cx="9165600" cy="3268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F695E68-5B0C-491A-B6FE-3E089832CA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3996" y="9881396"/>
            <a:ext cx="5400000" cy="6984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3000" i="1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790669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DB0174D-F085-48DD-8AD7-A1A8785219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08137" y="7076449"/>
            <a:ext cx="3560173" cy="3142368"/>
          </a:xfrm>
          <a:custGeom>
            <a:avLst/>
            <a:gdLst>
              <a:gd name="connsiteX0" fmla="*/ 0 w 3560173"/>
              <a:gd name="connsiteY0" fmla="*/ 0 h 3142368"/>
              <a:gd name="connsiteX1" fmla="*/ 3560173 w 3560173"/>
              <a:gd name="connsiteY1" fmla="*/ 0 h 3142368"/>
              <a:gd name="connsiteX2" fmla="*/ 3560173 w 3560173"/>
              <a:gd name="connsiteY2" fmla="*/ 3142368 h 3142368"/>
              <a:gd name="connsiteX3" fmla="*/ 0 w 3560173"/>
              <a:gd name="connsiteY3" fmla="*/ 3142368 h 3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173" h="3142368">
                <a:moveTo>
                  <a:pt x="0" y="0"/>
                </a:moveTo>
                <a:lnTo>
                  <a:pt x="3560173" y="0"/>
                </a:lnTo>
                <a:lnTo>
                  <a:pt x="3560173" y="3142368"/>
                </a:lnTo>
                <a:lnTo>
                  <a:pt x="0" y="31423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0C539B2-9A78-432D-87FC-869204796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10817" y="7076449"/>
            <a:ext cx="3560173" cy="3142368"/>
          </a:xfrm>
          <a:custGeom>
            <a:avLst/>
            <a:gdLst>
              <a:gd name="connsiteX0" fmla="*/ 0 w 3560173"/>
              <a:gd name="connsiteY0" fmla="*/ 0 h 3142368"/>
              <a:gd name="connsiteX1" fmla="*/ 3560173 w 3560173"/>
              <a:gd name="connsiteY1" fmla="*/ 0 h 3142368"/>
              <a:gd name="connsiteX2" fmla="*/ 3560173 w 3560173"/>
              <a:gd name="connsiteY2" fmla="*/ 3142368 h 3142368"/>
              <a:gd name="connsiteX3" fmla="*/ 0 w 3560173"/>
              <a:gd name="connsiteY3" fmla="*/ 3142368 h 3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173" h="3142368">
                <a:moveTo>
                  <a:pt x="0" y="0"/>
                </a:moveTo>
                <a:lnTo>
                  <a:pt x="3560173" y="0"/>
                </a:lnTo>
                <a:lnTo>
                  <a:pt x="3560173" y="3142368"/>
                </a:lnTo>
                <a:lnTo>
                  <a:pt x="0" y="31423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90CDB54-3F45-4995-AC41-4D97AE553B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413500" y="7076449"/>
            <a:ext cx="3560173" cy="3142368"/>
          </a:xfrm>
          <a:custGeom>
            <a:avLst/>
            <a:gdLst>
              <a:gd name="connsiteX0" fmla="*/ 0 w 3560173"/>
              <a:gd name="connsiteY0" fmla="*/ 0 h 3142368"/>
              <a:gd name="connsiteX1" fmla="*/ 3560173 w 3560173"/>
              <a:gd name="connsiteY1" fmla="*/ 0 h 3142368"/>
              <a:gd name="connsiteX2" fmla="*/ 3560173 w 3560173"/>
              <a:gd name="connsiteY2" fmla="*/ 3142368 h 3142368"/>
              <a:gd name="connsiteX3" fmla="*/ 0 w 3560173"/>
              <a:gd name="connsiteY3" fmla="*/ 3142368 h 3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173" h="3142368">
                <a:moveTo>
                  <a:pt x="0" y="0"/>
                </a:moveTo>
                <a:lnTo>
                  <a:pt x="3560173" y="0"/>
                </a:lnTo>
                <a:lnTo>
                  <a:pt x="3560173" y="3142368"/>
                </a:lnTo>
                <a:lnTo>
                  <a:pt x="0" y="31423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84B349-42C5-4167-9409-6F1D5327DB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816182" y="7076449"/>
            <a:ext cx="3560173" cy="3142368"/>
          </a:xfrm>
          <a:custGeom>
            <a:avLst/>
            <a:gdLst>
              <a:gd name="connsiteX0" fmla="*/ 0 w 3560173"/>
              <a:gd name="connsiteY0" fmla="*/ 0 h 3142368"/>
              <a:gd name="connsiteX1" fmla="*/ 3560173 w 3560173"/>
              <a:gd name="connsiteY1" fmla="*/ 0 h 3142368"/>
              <a:gd name="connsiteX2" fmla="*/ 3560173 w 3560173"/>
              <a:gd name="connsiteY2" fmla="*/ 3142368 h 3142368"/>
              <a:gd name="connsiteX3" fmla="*/ 0 w 3560173"/>
              <a:gd name="connsiteY3" fmla="*/ 3142368 h 3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173" h="3142368">
                <a:moveTo>
                  <a:pt x="0" y="0"/>
                </a:moveTo>
                <a:lnTo>
                  <a:pt x="3560173" y="0"/>
                </a:lnTo>
                <a:lnTo>
                  <a:pt x="3560173" y="3142368"/>
                </a:lnTo>
                <a:lnTo>
                  <a:pt x="0" y="31423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7994EFE-1560-469C-8DA6-3A5D8A4229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9218865" y="7076449"/>
            <a:ext cx="3560173" cy="3142368"/>
          </a:xfrm>
          <a:custGeom>
            <a:avLst/>
            <a:gdLst>
              <a:gd name="connsiteX0" fmla="*/ 0 w 3560173"/>
              <a:gd name="connsiteY0" fmla="*/ 0 h 3142368"/>
              <a:gd name="connsiteX1" fmla="*/ 3560173 w 3560173"/>
              <a:gd name="connsiteY1" fmla="*/ 0 h 3142368"/>
              <a:gd name="connsiteX2" fmla="*/ 3560173 w 3560173"/>
              <a:gd name="connsiteY2" fmla="*/ 3142368 h 3142368"/>
              <a:gd name="connsiteX3" fmla="*/ 0 w 3560173"/>
              <a:gd name="connsiteY3" fmla="*/ 3142368 h 314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173" h="3142368">
                <a:moveTo>
                  <a:pt x="0" y="0"/>
                </a:moveTo>
                <a:lnTo>
                  <a:pt x="3560173" y="0"/>
                </a:lnTo>
                <a:lnTo>
                  <a:pt x="3560173" y="3142368"/>
                </a:lnTo>
                <a:lnTo>
                  <a:pt x="0" y="314236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883FC14-1056-46D6-8BDE-5BCC14C945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4568" y="1192085"/>
            <a:ext cx="151956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10B4DD1-5D30-4D5E-98AB-47D13D94AD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05408" y="4150658"/>
            <a:ext cx="7297200" cy="55440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00D8EA1-BBF7-4014-8D9B-6E1CDDC260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8136" y="10415261"/>
            <a:ext cx="35604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i="1">
                <a:solidFill>
                  <a:schemeClr val="tx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894C645-1447-4F54-A5BD-139A2CF51D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10819" y="10415261"/>
            <a:ext cx="35604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i="1">
                <a:solidFill>
                  <a:schemeClr val="tx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D7216DA-6108-4757-8778-6979027550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13500" y="10415261"/>
            <a:ext cx="35604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i="1">
                <a:solidFill>
                  <a:schemeClr val="tx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422C8F8B-E408-4845-966C-71E83F4D45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16181" y="10415261"/>
            <a:ext cx="35604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i="1">
                <a:solidFill>
                  <a:schemeClr val="tx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82102CD-4B9A-480B-BB98-5F839BDC6C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218860" y="10415261"/>
            <a:ext cx="3560400" cy="5004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2000" i="1">
                <a:solidFill>
                  <a:schemeClr val="tx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9866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717C744-FD5C-4DE3-A300-6C7F5386A7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59397" y="3948109"/>
            <a:ext cx="6969209" cy="8131180"/>
          </a:xfrm>
          <a:custGeom>
            <a:avLst/>
            <a:gdLst>
              <a:gd name="connsiteX0" fmla="*/ 3484604 w 6969209"/>
              <a:gd name="connsiteY0" fmla="*/ 0 h 8131180"/>
              <a:gd name="connsiteX1" fmla="*/ 6969209 w 6969209"/>
              <a:gd name="connsiteY1" fmla="*/ 4065590 h 8131180"/>
              <a:gd name="connsiteX2" fmla="*/ 3484604 w 6969209"/>
              <a:gd name="connsiteY2" fmla="*/ 8131180 h 8131180"/>
              <a:gd name="connsiteX3" fmla="*/ 0 w 6969209"/>
              <a:gd name="connsiteY3" fmla="*/ 4065590 h 8131180"/>
              <a:gd name="connsiteX4" fmla="*/ 3484604 w 6969209"/>
              <a:gd name="connsiteY4" fmla="*/ 0 h 8131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9209" h="8131180">
                <a:moveTo>
                  <a:pt x="3484604" y="0"/>
                </a:moveTo>
                <a:cubicBezTo>
                  <a:pt x="5409098" y="0"/>
                  <a:pt x="6969209" y="1820227"/>
                  <a:pt x="6969209" y="4065590"/>
                </a:cubicBezTo>
                <a:cubicBezTo>
                  <a:pt x="6969209" y="6310953"/>
                  <a:pt x="5409098" y="8131180"/>
                  <a:pt x="3484604" y="8131180"/>
                </a:cubicBezTo>
                <a:cubicBezTo>
                  <a:pt x="1560111" y="8131180"/>
                  <a:pt x="0" y="6310953"/>
                  <a:pt x="0" y="4065590"/>
                </a:cubicBezTo>
                <a:cubicBezTo>
                  <a:pt x="0" y="1820227"/>
                  <a:pt x="1560111" y="0"/>
                  <a:pt x="348460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6D33F5F-81E8-454B-ADC7-66CDFC1FD2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02555" y="1192085"/>
            <a:ext cx="13392000" cy="37872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1895EBC-1210-42DC-B579-D680F87366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10940" y="6048883"/>
            <a:ext cx="9165600" cy="4654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5F2FA3A-C3CE-4DF2-B415-7AE1426654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710940" y="4124324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69444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C2A70-2E68-43F3-AE84-265CF83905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371317" cy="13716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B3C0AF-FB05-40A1-8C8A-6D80ACE829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57104" y="2894408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8744F64-08BA-4842-9254-1278AEF3FD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57104" y="2341416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35DEBA9-C0CD-4238-B346-E023E97CD2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57104" y="5910712"/>
            <a:ext cx="9820800" cy="3733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84730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C2A70-2E68-43F3-AE84-265CF83905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165249" cy="13716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FC895BC-EBBA-4C2F-8AA2-C4C9139802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9182" y="4633231"/>
            <a:ext cx="4412137" cy="4413246"/>
          </a:xfrm>
          <a:custGeom>
            <a:avLst/>
            <a:gdLst>
              <a:gd name="connsiteX0" fmla="*/ 0 w 4412137"/>
              <a:gd name="connsiteY0" fmla="*/ 0 h 4413246"/>
              <a:gd name="connsiteX1" fmla="*/ 4412137 w 4412137"/>
              <a:gd name="connsiteY1" fmla="*/ 0 h 4413246"/>
              <a:gd name="connsiteX2" fmla="*/ 4412137 w 4412137"/>
              <a:gd name="connsiteY2" fmla="*/ 4413246 h 4413246"/>
              <a:gd name="connsiteX3" fmla="*/ 0 w 4412137"/>
              <a:gd name="connsiteY3" fmla="*/ 4413246 h 4413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2137" h="4413246">
                <a:moveTo>
                  <a:pt x="0" y="0"/>
                </a:moveTo>
                <a:lnTo>
                  <a:pt x="4412137" y="0"/>
                </a:lnTo>
                <a:lnTo>
                  <a:pt x="4412137" y="4413246"/>
                </a:lnTo>
                <a:lnTo>
                  <a:pt x="0" y="4413246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F00BC5E-F8AB-4E5A-B1CD-6D157AB4B5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677996" y="1212537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6C2B226-44E4-4DCB-A013-556A159348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70723" y="5365787"/>
            <a:ext cx="88452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B9A60E-88B1-4A66-B386-9BCA990CFF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5437" y="4479400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45ADBDB-9EEB-43AC-A284-4969ABE72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095437" y="7655332"/>
            <a:ext cx="54000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DA419E-170C-41B5-A4E2-A3BC282598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70723" y="8541403"/>
            <a:ext cx="8845200" cy="2462400"/>
          </a:xfrm>
        </p:spPr>
        <p:txBody>
          <a:bodyPr>
            <a:normAutofit/>
          </a:bodyPr>
          <a:lstStyle>
            <a:lvl1pPr marL="342900" indent="-342900" algn="l">
              <a:lnSpc>
                <a:spcPct val="200000"/>
              </a:lnSpc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74634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DC2A70-2E68-43F3-AE84-265CF83905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671830" y="0"/>
            <a:ext cx="4715217" cy="13716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6976A1E-9588-42DF-A94C-BF1CC3821A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9282" y="1992390"/>
            <a:ext cx="10252800" cy="1940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2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4B3AD70-DFF3-4E5A-9183-081F5708AC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56571" y="5069417"/>
            <a:ext cx="9165600" cy="46548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81F202-A785-41A9-8C72-4CCDDA6A63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56571" y="10702008"/>
            <a:ext cx="9165600" cy="961200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2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</a:t>
            </a:r>
            <a:endParaRPr lang="en-ID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FEC6831-5745-4284-A89C-BC3CECA97E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9282" y="1498392"/>
            <a:ext cx="8085600" cy="5544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TEXT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512481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ck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911560E-E6AD-40DB-AE0E-A57F0B4164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60800" y="4497860"/>
            <a:ext cx="18065577" cy="8121179"/>
          </a:xfrm>
          <a:custGeom>
            <a:avLst/>
            <a:gdLst>
              <a:gd name="connsiteX0" fmla="*/ 0 w 18065577"/>
              <a:gd name="connsiteY0" fmla="*/ 0 h 8121179"/>
              <a:gd name="connsiteX1" fmla="*/ 18065577 w 18065577"/>
              <a:gd name="connsiteY1" fmla="*/ 0 h 8121179"/>
              <a:gd name="connsiteX2" fmla="*/ 18065577 w 18065577"/>
              <a:gd name="connsiteY2" fmla="*/ 8121179 h 8121179"/>
              <a:gd name="connsiteX3" fmla="*/ 0 w 18065577"/>
              <a:gd name="connsiteY3" fmla="*/ 8121179 h 812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65577" h="8121179">
                <a:moveTo>
                  <a:pt x="0" y="0"/>
                </a:moveTo>
                <a:lnTo>
                  <a:pt x="18065577" y="0"/>
                </a:lnTo>
                <a:lnTo>
                  <a:pt x="18065577" y="8121179"/>
                </a:lnTo>
                <a:lnTo>
                  <a:pt x="0" y="81211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algn="ctr">
              <a:defRPr sz="3000"/>
            </a:lvl1pPr>
          </a:lstStyle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 anchor="t"/>
          <a:lstStyle>
            <a:lvl1pPr>
              <a:lnSpc>
                <a:spcPct val="100000"/>
              </a:lnSpc>
              <a:defRPr sz="20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‹#›</a:t>
            </a:fld>
            <a:endParaRPr lang="en-ID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BC3979E-644C-4658-B166-7C7C179870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0396" y="745039"/>
            <a:ext cx="8085600" cy="705600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87A6927-DCA2-421B-B6D0-E9FC7B38FE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60798" y="1414287"/>
            <a:ext cx="18064800" cy="470880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30000">
                <a:solidFill>
                  <a:schemeClr val="bg1"/>
                </a:solidFill>
                <a:latin typeface="+mj-lt"/>
              </a:defRPr>
            </a:lvl1pPr>
            <a:lvl2pPr marL="914400" indent="0">
              <a:lnSpc>
                <a:spcPct val="150000"/>
              </a:lnSpc>
              <a:buNone/>
              <a:defRPr sz="30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CLICK TO EDIT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06398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7D992-ADC2-4164-B159-66F67645F4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92109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>
            <a:spLocks noGrp="1"/>
          </p:cNvSpPr>
          <p:nvPr>
            <p:ph type="subTitle" idx="1"/>
          </p:nvPr>
        </p:nvSpPr>
        <p:spPr>
          <a:xfrm>
            <a:off x="1978857" y="9504325"/>
            <a:ext cx="7140930" cy="1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467"/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1978858" y="4906141"/>
            <a:ext cx="11938354" cy="4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2123076" y="1643200"/>
            <a:ext cx="2458720" cy="2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8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7" name="Google Shape;197;p26"/>
          <p:cNvSpPr txBox="1">
            <a:spLocks noGrp="1"/>
          </p:cNvSpPr>
          <p:nvPr>
            <p:ph type="title" idx="2" hasCustomPrompt="1"/>
          </p:nvPr>
        </p:nvSpPr>
        <p:spPr>
          <a:xfrm>
            <a:off x="1978858" y="2475667"/>
            <a:ext cx="3762090" cy="23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1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2000"/>
            </a:lvl9pPr>
          </a:lstStyle>
          <a:p>
            <a:r>
              <a:t>xx%</a:t>
            </a:r>
          </a:p>
        </p:txBody>
      </p:sp>
      <p:pic>
        <p:nvPicPr>
          <p:cNvPr id="198" name="Google Shape;19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0130" y="-3984865"/>
            <a:ext cx="6757282" cy="202547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61973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1932585" y="1439800"/>
            <a:ext cx="12199988" cy="26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96595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B090-466E-F658-BC40-D8278BB9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DAE19-C4C0-2844-841E-9231E38D5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4A595-BB06-16A7-8C41-F8D0E9269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F904-4603-48DE-8386-BA022E18318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692C3-C7A6-2569-7095-094855405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4B4E9-4C61-5B1F-0101-81AF22CE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32A1-AB6C-41C1-8F6E-EF86647AC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481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476B-4084-0446-C647-52E66AB80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397" y="2244726"/>
            <a:ext cx="18290381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E3EF2-9077-DF04-ED7C-5214CB623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397" y="7204076"/>
            <a:ext cx="18290381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D027C-47A1-0821-D375-C1B868E76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F904-4603-48DE-8386-BA022E183188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2714-F7CF-88E8-622A-184D55215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FE904-01E6-C3B7-9FFC-04706551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032A1-AB6C-41C1-8F6E-EF86647AC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087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3039939" y="-11077251"/>
            <a:ext cx="6756403" cy="2025743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>
            <a:spLocks noGrp="1"/>
          </p:cNvSpPr>
          <p:nvPr>
            <p:ph type="title"/>
          </p:nvPr>
        </p:nvSpPr>
        <p:spPr>
          <a:xfrm>
            <a:off x="1838373" y="1439800"/>
            <a:ext cx="20616284" cy="85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omfortaa"/>
              <a:buNone/>
              <a:defRPr b="1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mfortaa"/>
              <a:buNone/>
              <a:defRPr sz="7467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05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7D992-ADC2-4164-B159-66F67645F4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512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4" r:id="rId2"/>
    <p:sldLayoutId id="2147483703" r:id="rId3"/>
    <p:sldLayoutId id="2147483702" r:id="rId4"/>
    <p:sldLayoutId id="2147483701" r:id="rId5"/>
    <p:sldLayoutId id="2147483700" r:id="rId6"/>
    <p:sldLayoutId id="2147483699" r:id="rId7"/>
    <p:sldLayoutId id="2147483698" r:id="rId8"/>
    <p:sldLayoutId id="2147483697" r:id="rId9"/>
    <p:sldLayoutId id="2147483669" r:id="rId10"/>
    <p:sldLayoutId id="2147483696" r:id="rId11"/>
    <p:sldLayoutId id="2147483695" r:id="rId12"/>
    <p:sldLayoutId id="2147483693" r:id="rId13"/>
    <p:sldLayoutId id="2147483694" r:id="rId14"/>
    <p:sldLayoutId id="2147483692" r:id="rId15"/>
    <p:sldLayoutId id="2147483691" r:id="rId16"/>
    <p:sldLayoutId id="2147483690" r:id="rId17"/>
    <p:sldLayoutId id="2147483689" r:id="rId18"/>
    <p:sldLayoutId id="2147483688" r:id="rId19"/>
    <p:sldLayoutId id="2147483687" r:id="rId20"/>
    <p:sldLayoutId id="2147483686" r:id="rId21"/>
    <p:sldLayoutId id="2147483685" r:id="rId22"/>
    <p:sldLayoutId id="2147483684" r:id="rId23"/>
    <p:sldLayoutId id="2147483683" r:id="rId24"/>
    <p:sldLayoutId id="2147483682" r:id="rId25"/>
    <p:sldLayoutId id="2147483681" r:id="rId26"/>
    <p:sldLayoutId id="2147483680" r:id="rId27"/>
    <p:sldLayoutId id="2147483679" r:id="rId28"/>
    <p:sldLayoutId id="2147483678" r:id="rId29"/>
    <p:sldLayoutId id="2147483677" r:id="rId30"/>
    <p:sldLayoutId id="2147483676" r:id="rId31"/>
    <p:sldLayoutId id="2147483675" r:id="rId32"/>
    <p:sldLayoutId id="2147483674" r:id="rId33"/>
    <p:sldLayoutId id="2147483673" r:id="rId34"/>
    <p:sldLayoutId id="2147483672" r:id="rId35"/>
    <p:sldLayoutId id="2147483671" r:id="rId36"/>
    <p:sldLayoutId id="2147483670" r:id="rId37"/>
    <p:sldLayoutId id="2147483668" r:id="rId38"/>
    <p:sldLayoutId id="2147483705" r:id="rId39"/>
    <p:sldLayoutId id="2147483708" r:id="rId40"/>
    <p:sldLayoutId id="2147483709" r:id="rId41"/>
    <p:sldLayoutId id="2147483710" r:id="rId42"/>
    <p:sldLayoutId id="2147483711" r:id="rId43"/>
  </p:sldLayoutIdLst>
  <p:hf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80.png"/><Relationship Id="rId3" Type="http://schemas.openxmlformats.org/officeDocument/2006/relationships/slide" Target="slide6.xml"/><Relationship Id="rId7" Type="http://schemas.openxmlformats.org/officeDocument/2006/relationships/image" Target="../media/image60.png"/><Relationship Id="rId12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1.xml"/><Relationship Id="rId6" Type="http://schemas.openxmlformats.org/officeDocument/2006/relationships/slide" Target="slide7.xml"/><Relationship Id="rId11" Type="http://schemas.openxmlformats.org/officeDocument/2006/relationships/image" Target="../media/image8.png"/><Relationship Id="rId5" Type="http://schemas.openxmlformats.org/officeDocument/2006/relationships/image" Target="../media/image6.png"/><Relationship Id="rId10" Type="http://schemas.openxmlformats.org/officeDocument/2006/relationships/image" Target="../media/image70.png"/><Relationship Id="rId4" Type="http://schemas.openxmlformats.org/officeDocument/2006/relationships/image" Target="../media/image50.png"/><Relationship Id="rId9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5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6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4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4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7.png"/><Relationship Id="rId7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slide" Target="slide28.xml"/><Relationship Id="rId18" Type="http://schemas.openxmlformats.org/officeDocument/2006/relationships/image" Target="../media/image28.png"/><Relationship Id="rId3" Type="http://schemas.openxmlformats.org/officeDocument/2006/relationships/image" Target="../media/image22.png"/><Relationship Id="rId21" Type="http://schemas.openxmlformats.org/officeDocument/2006/relationships/image" Target="../media/image29.png"/><Relationship Id="rId7" Type="http://schemas.openxmlformats.org/officeDocument/2006/relationships/slide" Target="slide26.xml"/><Relationship Id="rId12" Type="http://schemas.openxmlformats.org/officeDocument/2006/relationships/image" Target="../media/image26.png"/><Relationship Id="rId17" Type="http://schemas.openxmlformats.org/officeDocument/2006/relationships/image" Target="../media/image270.png"/><Relationship Id="rId2" Type="http://schemas.openxmlformats.org/officeDocument/2006/relationships/image" Target="../media/image21.png"/><Relationship Id="rId16" Type="http://schemas.openxmlformats.org/officeDocument/2006/relationships/slide" Target="slide5.xml"/><Relationship Id="rId20" Type="http://schemas.openxmlformats.org/officeDocument/2006/relationships/image" Target="../media/image28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290.png"/><Relationship Id="rId10" Type="http://schemas.openxmlformats.org/officeDocument/2006/relationships/slide" Target="slide27.xml"/><Relationship Id="rId19" Type="http://schemas.openxmlformats.org/officeDocument/2006/relationships/slide" Target="slide29.xml"/><Relationship Id="rId4" Type="http://schemas.openxmlformats.org/officeDocument/2006/relationships/slide" Target="slide25.xml"/><Relationship Id="rId9" Type="http://schemas.openxmlformats.org/officeDocument/2006/relationships/image" Target="../media/image25.png"/><Relationship Id="rId14" Type="http://schemas.openxmlformats.org/officeDocument/2006/relationships/image" Target="../media/image26.png"/><Relationship Id="rId22" Type="http://schemas.openxmlformats.org/officeDocument/2006/relationships/slide" Target="slide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hZttxfezgcRbBUl_o4kGisN7kh_CgisT" TargetMode="External"/><Relationship Id="rId7" Type="http://schemas.openxmlformats.org/officeDocument/2006/relationships/hyperlink" Target="https://github.com/springboardmentor1234r/Higher-Education-Intelligence-System-for-Institutional-Performance-and-Academic-Excellence-Analysis/tree/Vaibhav_Kumawat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public.tableau.com/views/UniversityOverview_17890783104670/UNIVERSITYOVERVIEW?:language=en-US&amp;:sid=&amp;:redirect=auth&amp;:display_count=n&amp;:origin=viz_share_link" TargetMode="Externa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43.xml"/><Relationship Id="rId1" Type="http://schemas.openxmlformats.org/officeDocument/2006/relationships/themeOverride" Target="../theme/themeOverride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eo 6" title="Cascading Colorful Shapes">
            <a:hlinkClick r:id="" action="ppaction://media"/>
            <a:extLst>
              <a:ext uri="{FF2B5EF4-FFF2-40B4-BE49-F238E27FC236}">
                <a16:creationId xmlns:a16="http://schemas.microsoft.com/office/drawing/2014/main" id="{919BBC8C-E577-0207-0D50-D53FB195796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B9D4E3-18AA-0FB6-AEFD-F214E98DD7FE}"/>
              </a:ext>
            </a:extLst>
          </p:cNvPr>
          <p:cNvSpPr txBox="1"/>
          <p:nvPr/>
        </p:nvSpPr>
        <p:spPr>
          <a:xfrm rot="5400000">
            <a:off x="-6575511" y="-124661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DC6DD-3BCB-4D62-6592-F05F9E12C168}"/>
              </a:ext>
            </a:extLst>
          </p:cNvPr>
          <p:cNvSpPr txBox="1"/>
          <p:nvPr/>
        </p:nvSpPr>
        <p:spPr>
          <a:xfrm rot="5400000">
            <a:off x="-3377039" y="-1246612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B59EA-B984-352C-B821-033B7F18A195}"/>
              </a:ext>
            </a:extLst>
          </p:cNvPr>
          <p:cNvSpPr txBox="1"/>
          <p:nvPr/>
        </p:nvSpPr>
        <p:spPr>
          <a:xfrm rot="5400000">
            <a:off x="-178565" y="-1246614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30E50-C75E-AD2D-9EA3-804F50631775}"/>
              </a:ext>
            </a:extLst>
          </p:cNvPr>
          <p:cNvSpPr txBox="1"/>
          <p:nvPr/>
        </p:nvSpPr>
        <p:spPr>
          <a:xfrm rot="5400000">
            <a:off x="3237289" y="-1246614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7C709-BC4D-F180-A7A1-1754CEEB41B7}"/>
              </a:ext>
            </a:extLst>
          </p:cNvPr>
          <p:cNvSpPr txBox="1"/>
          <p:nvPr/>
        </p:nvSpPr>
        <p:spPr>
          <a:xfrm rot="5400000">
            <a:off x="6653143" y="-1246616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2C873-F4C8-4EC9-90E9-519081F8DA92}"/>
              </a:ext>
            </a:extLst>
          </p:cNvPr>
          <p:cNvSpPr txBox="1"/>
          <p:nvPr/>
        </p:nvSpPr>
        <p:spPr>
          <a:xfrm rot="5400000">
            <a:off x="9851615" y="-124662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3D019-8819-21A1-E9CA-D6D292FDF7FA}"/>
              </a:ext>
            </a:extLst>
          </p:cNvPr>
          <p:cNvSpPr txBox="1"/>
          <p:nvPr/>
        </p:nvSpPr>
        <p:spPr>
          <a:xfrm rot="5400000">
            <a:off x="13053023" y="-124662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5CEC6BB-1262-EE6D-D00E-B2D7744FE156}"/>
              </a:ext>
            </a:extLst>
          </p:cNvPr>
          <p:cNvSpPr/>
          <p:nvPr/>
        </p:nvSpPr>
        <p:spPr>
          <a:xfrm>
            <a:off x="1586" y="3"/>
            <a:ext cx="24383998" cy="13715998"/>
          </a:xfrm>
          <a:custGeom>
            <a:avLst/>
            <a:gdLst>
              <a:gd name="connsiteX0" fmla="*/ 5589435 w 12191999"/>
              <a:gd name="connsiteY0" fmla="*/ 2595624 h 6857999"/>
              <a:gd name="connsiteX1" fmla="*/ 5336147 w 12191999"/>
              <a:gd name="connsiteY1" fmla="*/ 2848914 h 6857999"/>
              <a:gd name="connsiteX2" fmla="*/ 5336147 w 12191999"/>
              <a:gd name="connsiteY2" fmla="*/ 4009090 h 6857999"/>
              <a:gd name="connsiteX3" fmla="*/ 5589435 w 12191999"/>
              <a:gd name="connsiteY3" fmla="*/ 4262379 h 6857999"/>
              <a:gd name="connsiteX4" fmla="*/ 6602561 w 12191999"/>
              <a:gd name="connsiteY4" fmla="*/ 4262379 h 6857999"/>
              <a:gd name="connsiteX5" fmla="*/ 6855850 w 12191999"/>
              <a:gd name="connsiteY5" fmla="*/ 4009090 h 6857999"/>
              <a:gd name="connsiteX6" fmla="*/ 6855850 w 12191999"/>
              <a:gd name="connsiteY6" fmla="*/ 2848914 h 6857999"/>
              <a:gd name="connsiteX7" fmla="*/ 6602561 w 12191999"/>
              <a:gd name="connsiteY7" fmla="*/ 2595624 h 6857999"/>
              <a:gd name="connsiteX8" fmla="*/ 3955669 w 12191999"/>
              <a:gd name="connsiteY8" fmla="*/ 2595624 h 6857999"/>
              <a:gd name="connsiteX9" fmla="*/ 3702380 w 12191999"/>
              <a:gd name="connsiteY9" fmla="*/ 2848914 h 6857999"/>
              <a:gd name="connsiteX10" fmla="*/ 3702380 w 12191999"/>
              <a:gd name="connsiteY10" fmla="*/ 4009090 h 6857999"/>
              <a:gd name="connsiteX11" fmla="*/ 3955669 w 12191999"/>
              <a:gd name="connsiteY11" fmla="*/ 4262379 h 6857999"/>
              <a:gd name="connsiteX12" fmla="*/ 4968795 w 12191999"/>
              <a:gd name="connsiteY12" fmla="*/ 4262379 h 6857999"/>
              <a:gd name="connsiteX13" fmla="*/ 5222084 w 12191999"/>
              <a:gd name="connsiteY13" fmla="*/ 4009090 h 6857999"/>
              <a:gd name="connsiteX14" fmla="*/ 5222084 w 12191999"/>
              <a:gd name="connsiteY14" fmla="*/ 2848914 h 6857999"/>
              <a:gd name="connsiteX15" fmla="*/ 4968795 w 12191999"/>
              <a:gd name="connsiteY15" fmla="*/ 2595624 h 6857999"/>
              <a:gd name="connsiteX16" fmla="*/ 2321901 w 12191999"/>
              <a:gd name="connsiteY16" fmla="*/ 2595624 h 6857999"/>
              <a:gd name="connsiteX17" fmla="*/ 2068612 w 12191999"/>
              <a:gd name="connsiteY17" fmla="*/ 2848914 h 6857999"/>
              <a:gd name="connsiteX18" fmla="*/ 2068612 w 12191999"/>
              <a:gd name="connsiteY18" fmla="*/ 4009090 h 6857999"/>
              <a:gd name="connsiteX19" fmla="*/ 2321901 w 12191999"/>
              <a:gd name="connsiteY19" fmla="*/ 4262379 h 6857999"/>
              <a:gd name="connsiteX20" fmla="*/ 3335028 w 12191999"/>
              <a:gd name="connsiteY20" fmla="*/ 4262379 h 6857999"/>
              <a:gd name="connsiteX21" fmla="*/ 3588316 w 12191999"/>
              <a:gd name="connsiteY21" fmla="*/ 4009090 h 6857999"/>
              <a:gd name="connsiteX22" fmla="*/ 3588316 w 12191999"/>
              <a:gd name="connsiteY22" fmla="*/ 2848914 h 6857999"/>
              <a:gd name="connsiteX23" fmla="*/ 3335028 w 12191999"/>
              <a:gd name="connsiteY23" fmla="*/ 2595624 h 6857999"/>
              <a:gd name="connsiteX24" fmla="*/ 688135 w 12191999"/>
              <a:gd name="connsiteY24" fmla="*/ 2595624 h 6857999"/>
              <a:gd name="connsiteX25" fmla="*/ 434846 w 12191999"/>
              <a:gd name="connsiteY25" fmla="*/ 2848914 h 6857999"/>
              <a:gd name="connsiteX26" fmla="*/ 434846 w 12191999"/>
              <a:gd name="connsiteY26" fmla="*/ 4009090 h 6857999"/>
              <a:gd name="connsiteX27" fmla="*/ 688135 w 12191999"/>
              <a:gd name="connsiteY27" fmla="*/ 4262379 h 6857999"/>
              <a:gd name="connsiteX28" fmla="*/ 1701261 w 12191999"/>
              <a:gd name="connsiteY28" fmla="*/ 4262379 h 6857999"/>
              <a:gd name="connsiteX29" fmla="*/ 1954550 w 12191999"/>
              <a:gd name="connsiteY29" fmla="*/ 4009090 h 6857999"/>
              <a:gd name="connsiteX30" fmla="*/ 1954550 w 12191999"/>
              <a:gd name="connsiteY30" fmla="*/ 2848914 h 6857999"/>
              <a:gd name="connsiteX31" fmla="*/ 1701261 w 12191999"/>
              <a:gd name="connsiteY31" fmla="*/ 2595624 h 6857999"/>
              <a:gd name="connsiteX32" fmla="*/ 7223203 w 12191999"/>
              <a:gd name="connsiteY32" fmla="*/ 2595623 h 6857999"/>
              <a:gd name="connsiteX33" fmla="*/ 6969914 w 12191999"/>
              <a:gd name="connsiteY33" fmla="*/ 2848913 h 6857999"/>
              <a:gd name="connsiteX34" fmla="*/ 6969914 w 12191999"/>
              <a:gd name="connsiteY34" fmla="*/ 4009089 h 6857999"/>
              <a:gd name="connsiteX35" fmla="*/ 7223203 w 12191999"/>
              <a:gd name="connsiteY35" fmla="*/ 4262378 h 6857999"/>
              <a:gd name="connsiteX36" fmla="*/ 8236329 w 12191999"/>
              <a:gd name="connsiteY36" fmla="*/ 4262378 h 6857999"/>
              <a:gd name="connsiteX37" fmla="*/ 8489618 w 12191999"/>
              <a:gd name="connsiteY37" fmla="*/ 4009089 h 6857999"/>
              <a:gd name="connsiteX38" fmla="*/ 8489618 w 12191999"/>
              <a:gd name="connsiteY38" fmla="*/ 2848913 h 6857999"/>
              <a:gd name="connsiteX39" fmla="*/ 8236329 w 12191999"/>
              <a:gd name="connsiteY39" fmla="*/ 2595623 h 6857999"/>
              <a:gd name="connsiteX40" fmla="*/ 10490737 w 12191999"/>
              <a:gd name="connsiteY40" fmla="*/ 2595619 h 6857999"/>
              <a:gd name="connsiteX41" fmla="*/ 10237448 w 12191999"/>
              <a:gd name="connsiteY41" fmla="*/ 2848908 h 6857999"/>
              <a:gd name="connsiteX42" fmla="*/ 10237448 w 12191999"/>
              <a:gd name="connsiteY42" fmla="*/ 4009085 h 6857999"/>
              <a:gd name="connsiteX43" fmla="*/ 10490737 w 12191999"/>
              <a:gd name="connsiteY43" fmla="*/ 4262374 h 6857999"/>
              <a:gd name="connsiteX44" fmla="*/ 11503863 w 12191999"/>
              <a:gd name="connsiteY44" fmla="*/ 4262374 h 6857999"/>
              <a:gd name="connsiteX45" fmla="*/ 11757152 w 12191999"/>
              <a:gd name="connsiteY45" fmla="*/ 4009085 h 6857999"/>
              <a:gd name="connsiteX46" fmla="*/ 11757152 w 12191999"/>
              <a:gd name="connsiteY46" fmla="*/ 2848908 h 6857999"/>
              <a:gd name="connsiteX47" fmla="*/ 11503863 w 12191999"/>
              <a:gd name="connsiteY47" fmla="*/ 2595619 h 6857999"/>
              <a:gd name="connsiteX48" fmla="*/ 8856969 w 12191999"/>
              <a:gd name="connsiteY48" fmla="*/ 2595618 h 6857999"/>
              <a:gd name="connsiteX49" fmla="*/ 8603680 w 12191999"/>
              <a:gd name="connsiteY49" fmla="*/ 2848907 h 6857999"/>
              <a:gd name="connsiteX50" fmla="*/ 8603680 w 12191999"/>
              <a:gd name="connsiteY50" fmla="*/ 4009084 h 6857999"/>
              <a:gd name="connsiteX51" fmla="*/ 8856969 w 12191999"/>
              <a:gd name="connsiteY51" fmla="*/ 4262373 h 6857999"/>
              <a:gd name="connsiteX52" fmla="*/ 9870095 w 12191999"/>
              <a:gd name="connsiteY52" fmla="*/ 4262373 h 6857999"/>
              <a:gd name="connsiteX53" fmla="*/ 10123384 w 12191999"/>
              <a:gd name="connsiteY53" fmla="*/ 4009084 h 6857999"/>
              <a:gd name="connsiteX54" fmla="*/ 10123384 w 12191999"/>
              <a:gd name="connsiteY54" fmla="*/ 2848907 h 6857999"/>
              <a:gd name="connsiteX55" fmla="*/ 9870095 w 12191999"/>
              <a:gd name="connsiteY55" fmla="*/ 2595618 h 6857999"/>
              <a:gd name="connsiteX56" fmla="*/ 0 w 12191999"/>
              <a:gd name="connsiteY56" fmla="*/ 0 h 6857999"/>
              <a:gd name="connsiteX57" fmla="*/ 12191999 w 12191999"/>
              <a:gd name="connsiteY57" fmla="*/ 0 h 6857999"/>
              <a:gd name="connsiteX58" fmla="*/ 12191999 w 12191999"/>
              <a:gd name="connsiteY58" fmla="*/ 6857999 h 6857999"/>
              <a:gd name="connsiteX59" fmla="*/ 0 w 12191999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999" h="6857999">
                <a:moveTo>
                  <a:pt x="5589435" y="2595624"/>
                </a:moveTo>
                <a:cubicBezTo>
                  <a:pt x="5449547" y="2595624"/>
                  <a:pt x="5336147" y="2709025"/>
                  <a:pt x="5336147" y="2848914"/>
                </a:cubicBezTo>
                <a:lnTo>
                  <a:pt x="5336147" y="4009090"/>
                </a:lnTo>
                <a:cubicBezTo>
                  <a:pt x="5336147" y="4148978"/>
                  <a:pt x="5449547" y="4262379"/>
                  <a:pt x="5589435" y="4262379"/>
                </a:cubicBezTo>
                <a:lnTo>
                  <a:pt x="6602561" y="4262379"/>
                </a:lnTo>
                <a:cubicBezTo>
                  <a:pt x="6742449" y="4262379"/>
                  <a:pt x="6855850" y="4148978"/>
                  <a:pt x="6855850" y="4009090"/>
                </a:cubicBezTo>
                <a:lnTo>
                  <a:pt x="6855850" y="2848914"/>
                </a:lnTo>
                <a:cubicBezTo>
                  <a:pt x="6855850" y="2709025"/>
                  <a:pt x="6742449" y="2595624"/>
                  <a:pt x="6602561" y="2595624"/>
                </a:cubicBezTo>
                <a:close/>
                <a:moveTo>
                  <a:pt x="3955669" y="2595624"/>
                </a:moveTo>
                <a:cubicBezTo>
                  <a:pt x="3815781" y="2595624"/>
                  <a:pt x="3702380" y="2709025"/>
                  <a:pt x="3702380" y="2848914"/>
                </a:cubicBezTo>
                <a:lnTo>
                  <a:pt x="3702380" y="4009090"/>
                </a:lnTo>
                <a:cubicBezTo>
                  <a:pt x="3702380" y="4148978"/>
                  <a:pt x="3815781" y="4262379"/>
                  <a:pt x="3955669" y="4262379"/>
                </a:cubicBezTo>
                <a:lnTo>
                  <a:pt x="4968795" y="4262379"/>
                </a:lnTo>
                <a:cubicBezTo>
                  <a:pt x="5108682" y="4262379"/>
                  <a:pt x="5222084" y="4148978"/>
                  <a:pt x="5222084" y="4009090"/>
                </a:cubicBezTo>
                <a:lnTo>
                  <a:pt x="5222084" y="2848914"/>
                </a:lnTo>
                <a:cubicBezTo>
                  <a:pt x="5222084" y="2709025"/>
                  <a:pt x="5108682" y="2595624"/>
                  <a:pt x="4968795" y="2595624"/>
                </a:cubicBezTo>
                <a:close/>
                <a:moveTo>
                  <a:pt x="2321901" y="2595624"/>
                </a:moveTo>
                <a:cubicBezTo>
                  <a:pt x="2182013" y="2595624"/>
                  <a:pt x="2068612" y="2709025"/>
                  <a:pt x="2068612" y="2848914"/>
                </a:cubicBezTo>
                <a:lnTo>
                  <a:pt x="2068612" y="4009090"/>
                </a:lnTo>
                <a:cubicBezTo>
                  <a:pt x="2068612" y="4148978"/>
                  <a:pt x="2182013" y="4262379"/>
                  <a:pt x="2321901" y="4262379"/>
                </a:cubicBezTo>
                <a:lnTo>
                  <a:pt x="3335028" y="4262379"/>
                </a:lnTo>
                <a:cubicBezTo>
                  <a:pt x="3474916" y="4262379"/>
                  <a:pt x="3588316" y="4148978"/>
                  <a:pt x="3588316" y="4009090"/>
                </a:cubicBezTo>
                <a:lnTo>
                  <a:pt x="3588316" y="2848914"/>
                </a:lnTo>
                <a:cubicBezTo>
                  <a:pt x="3588316" y="2709025"/>
                  <a:pt x="3474916" y="2595624"/>
                  <a:pt x="3335028" y="2595624"/>
                </a:cubicBezTo>
                <a:close/>
                <a:moveTo>
                  <a:pt x="688135" y="2595624"/>
                </a:moveTo>
                <a:cubicBezTo>
                  <a:pt x="548247" y="2595624"/>
                  <a:pt x="434846" y="2709025"/>
                  <a:pt x="434846" y="2848914"/>
                </a:cubicBezTo>
                <a:lnTo>
                  <a:pt x="434846" y="4009090"/>
                </a:lnTo>
                <a:cubicBezTo>
                  <a:pt x="434846" y="4148978"/>
                  <a:pt x="548247" y="4262379"/>
                  <a:pt x="688135" y="4262379"/>
                </a:cubicBezTo>
                <a:lnTo>
                  <a:pt x="1701261" y="4262379"/>
                </a:lnTo>
                <a:cubicBezTo>
                  <a:pt x="1841149" y="4262379"/>
                  <a:pt x="1954550" y="4148978"/>
                  <a:pt x="1954550" y="4009090"/>
                </a:cubicBezTo>
                <a:lnTo>
                  <a:pt x="1954550" y="2848914"/>
                </a:lnTo>
                <a:cubicBezTo>
                  <a:pt x="1954550" y="2709025"/>
                  <a:pt x="1841149" y="2595624"/>
                  <a:pt x="1701261" y="2595624"/>
                </a:cubicBezTo>
                <a:close/>
                <a:moveTo>
                  <a:pt x="7223203" y="2595623"/>
                </a:moveTo>
                <a:cubicBezTo>
                  <a:pt x="7083315" y="2595623"/>
                  <a:pt x="6969914" y="2709024"/>
                  <a:pt x="6969914" y="2848913"/>
                </a:cubicBezTo>
                <a:lnTo>
                  <a:pt x="6969914" y="4009089"/>
                </a:lnTo>
                <a:cubicBezTo>
                  <a:pt x="6969914" y="4148977"/>
                  <a:pt x="7083315" y="4262378"/>
                  <a:pt x="7223203" y="4262378"/>
                </a:cubicBezTo>
                <a:lnTo>
                  <a:pt x="8236329" y="4262378"/>
                </a:lnTo>
                <a:cubicBezTo>
                  <a:pt x="8376217" y="4262378"/>
                  <a:pt x="8489618" y="4148977"/>
                  <a:pt x="8489618" y="4009089"/>
                </a:cubicBezTo>
                <a:lnTo>
                  <a:pt x="8489618" y="2848913"/>
                </a:lnTo>
                <a:cubicBezTo>
                  <a:pt x="8489618" y="2709024"/>
                  <a:pt x="8376217" y="2595623"/>
                  <a:pt x="8236329" y="2595623"/>
                </a:cubicBezTo>
                <a:close/>
                <a:moveTo>
                  <a:pt x="10490737" y="2595619"/>
                </a:moveTo>
                <a:cubicBezTo>
                  <a:pt x="10350849" y="2595619"/>
                  <a:pt x="10237448" y="2709020"/>
                  <a:pt x="10237448" y="2848908"/>
                </a:cubicBezTo>
                <a:lnTo>
                  <a:pt x="10237448" y="4009085"/>
                </a:lnTo>
                <a:cubicBezTo>
                  <a:pt x="10237448" y="4148973"/>
                  <a:pt x="10350849" y="4262374"/>
                  <a:pt x="10490737" y="4262374"/>
                </a:cubicBezTo>
                <a:lnTo>
                  <a:pt x="11503863" y="4262374"/>
                </a:lnTo>
                <a:cubicBezTo>
                  <a:pt x="11643751" y="4262374"/>
                  <a:pt x="11757152" y="4148973"/>
                  <a:pt x="11757152" y="4009085"/>
                </a:cubicBezTo>
                <a:lnTo>
                  <a:pt x="11757152" y="2848908"/>
                </a:lnTo>
                <a:cubicBezTo>
                  <a:pt x="11757152" y="2709020"/>
                  <a:pt x="11643751" y="2595619"/>
                  <a:pt x="11503863" y="2595619"/>
                </a:cubicBezTo>
                <a:close/>
                <a:moveTo>
                  <a:pt x="8856969" y="2595618"/>
                </a:moveTo>
                <a:cubicBezTo>
                  <a:pt x="8717081" y="2595618"/>
                  <a:pt x="8603680" y="2709019"/>
                  <a:pt x="8603680" y="2848907"/>
                </a:cubicBezTo>
                <a:lnTo>
                  <a:pt x="8603680" y="4009084"/>
                </a:lnTo>
                <a:cubicBezTo>
                  <a:pt x="8603680" y="4148972"/>
                  <a:pt x="8717081" y="4262373"/>
                  <a:pt x="8856969" y="4262373"/>
                </a:cubicBezTo>
                <a:lnTo>
                  <a:pt x="9870095" y="4262373"/>
                </a:lnTo>
                <a:cubicBezTo>
                  <a:pt x="10009983" y="4262373"/>
                  <a:pt x="10123384" y="4148972"/>
                  <a:pt x="10123384" y="4009084"/>
                </a:cubicBezTo>
                <a:lnTo>
                  <a:pt x="10123384" y="2848907"/>
                </a:lnTo>
                <a:cubicBezTo>
                  <a:pt x="10123384" y="2709019"/>
                  <a:pt x="10009983" y="2595618"/>
                  <a:pt x="9870095" y="2595618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67142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eo 6" title="Cascading Colorful Shapes">
            <a:hlinkClick r:id="" action="ppaction://media"/>
            <a:extLst>
              <a:ext uri="{FF2B5EF4-FFF2-40B4-BE49-F238E27FC236}">
                <a16:creationId xmlns:a16="http://schemas.microsoft.com/office/drawing/2014/main" id="{919BBC8C-E577-0207-0D50-D53FB1957965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B9D4E3-18AA-0FB6-AEFD-F214E98DD7FE}"/>
              </a:ext>
            </a:extLst>
          </p:cNvPr>
          <p:cNvSpPr txBox="1"/>
          <p:nvPr/>
        </p:nvSpPr>
        <p:spPr>
          <a:xfrm rot="5400000">
            <a:off x="-6974687" y="14298192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DC6DD-3BCB-4D62-6592-F05F9E12C168}"/>
              </a:ext>
            </a:extLst>
          </p:cNvPr>
          <p:cNvSpPr txBox="1"/>
          <p:nvPr/>
        </p:nvSpPr>
        <p:spPr>
          <a:xfrm rot="5400000">
            <a:off x="-3648269" y="12063502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B59EA-B984-352C-B821-033B7F18A195}"/>
              </a:ext>
            </a:extLst>
          </p:cNvPr>
          <p:cNvSpPr txBox="1"/>
          <p:nvPr/>
        </p:nvSpPr>
        <p:spPr>
          <a:xfrm rot="5400000">
            <a:off x="-214153" y="972660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730E50-C75E-AD2D-9EA3-804F50631775}"/>
              </a:ext>
            </a:extLst>
          </p:cNvPr>
          <p:cNvSpPr txBox="1"/>
          <p:nvPr/>
        </p:nvSpPr>
        <p:spPr>
          <a:xfrm rot="5400000">
            <a:off x="2896355" y="752422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7C709-BC4D-F180-A7A1-1754CEEB41B7}"/>
              </a:ext>
            </a:extLst>
          </p:cNvPr>
          <p:cNvSpPr txBox="1"/>
          <p:nvPr/>
        </p:nvSpPr>
        <p:spPr>
          <a:xfrm rot="5400000">
            <a:off x="6052313" y="524956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2C873-F4C8-4EC9-90E9-519081F8DA92}"/>
              </a:ext>
            </a:extLst>
          </p:cNvPr>
          <p:cNvSpPr txBox="1"/>
          <p:nvPr/>
        </p:nvSpPr>
        <p:spPr>
          <a:xfrm rot="5400000">
            <a:off x="9208273" y="311789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3D019-8819-21A1-E9CA-D6D292FDF7FA}"/>
              </a:ext>
            </a:extLst>
          </p:cNvPr>
          <p:cNvSpPr txBox="1"/>
          <p:nvPr/>
        </p:nvSpPr>
        <p:spPr>
          <a:xfrm rot="5400000">
            <a:off x="12719889" y="988530"/>
            <a:ext cx="17912596" cy="86365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WELCOME</a:t>
            </a:r>
          </a:p>
          <a:p>
            <a:r>
              <a:rPr lang="en-IN" sz="14400" dirty="0">
                <a:solidFill>
                  <a:schemeClr val="bg1"/>
                </a:solidFill>
                <a:latin typeface="Bookman Old Style" panose="02050604050505020204" pitchFamily="18" charset="0"/>
              </a:rPr>
              <a:t>!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5CEC6BB-1262-EE6D-D00E-B2D7744FE156}"/>
              </a:ext>
            </a:extLst>
          </p:cNvPr>
          <p:cNvSpPr/>
          <p:nvPr/>
        </p:nvSpPr>
        <p:spPr>
          <a:xfrm>
            <a:off x="1588" y="-7857"/>
            <a:ext cx="24383998" cy="13715998"/>
          </a:xfrm>
          <a:custGeom>
            <a:avLst/>
            <a:gdLst>
              <a:gd name="connsiteX0" fmla="*/ 5589435 w 12191999"/>
              <a:gd name="connsiteY0" fmla="*/ 2595624 h 6857999"/>
              <a:gd name="connsiteX1" fmla="*/ 5336147 w 12191999"/>
              <a:gd name="connsiteY1" fmla="*/ 2848914 h 6857999"/>
              <a:gd name="connsiteX2" fmla="*/ 5336147 w 12191999"/>
              <a:gd name="connsiteY2" fmla="*/ 4009090 h 6857999"/>
              <a:gd name="connsiteX3" fmla="*/ 5589435 w 12191999"/>
              <a:gd name="connsiteY3" fmla="*/ 4262379 h 6857999"/>
              <a:gd name="connsiteX4" fmla="*/ 6602561 w 12191999"/>
              <a:gd name="connsiteY4" fmla="*/ 4262379 h 6857999"/>
              <a:gd name="connsiteX5" fmla="*/ 6855850 w 12191999"/>
              <a:gd name="connsiteY5" fmla="*/ 4009090 h 6857999"/>
              <a:gd name="connsiteX6" fmla="*/ 6855850 w 12191999"/>
              <a:gd name="connsiteY6" fmla="*/ 2848914 h 6857999"/>
              <a:gd name="connsiteX7" fmla="*/ 6602561 w 12191999"/>
              <a:gd name="connsiteY7" fmla="*/ 2595624 h 6857999"/>
              <a:gd name="connsiteX8" fmla="*/ 3955669 w 12191999"/>
              <a:gd name="connsiteY8" fmla="*/ 2595624 h 6857999"/>
              <a:gd name="connsiteX9" fmla="*/ 3702380 w 12191999"/>
              <a:gd name="connsiteY9" fmla="*/ 2848914 h 6857999"/>
              <a:gd name="connsiteX10" fmla="*/ 3702380 w 12191999"/>
              <a:gd name="connsiteY10" fmla="*/ 4009090 h 6857999"/>
              <a:gd name="connsiteX11" fmla="*/ 3955669 w 12191999"/>
              <a:gd name="connsiteY11" fmla="*/ 4262379 h 6857999"/>
              <a:gd name="connsiteX12" fmla="*/ 4968795 w 12191999"/>
              <a:gd name="connsiteY12" fmla="*/ 4262379 h 6857999"/>
              <a:gd name="connsiteX13" fmla="*/ 5222084 w 12191999"/>
              <a:gd name="connsiteY13" fmla="*/ 4009090 h 6857999"/>
              <a:gd name="connsiteX14" fmla="*/ 5222084 w 12191999"/>
              <a:gd name="connsiteY14" fmla="*/ 2848914 h 6857999"/>
              <a:gd name="connsiteX15" fmla="*/ 4968795 w 12191999"/>
              <a:gd name="connsiteY15" fmla="*/ 2595624 h 6857999"/>
              <a:gd name="connsiteX16" fmla="*/ 2321901 w 12191999"/>
              <a:gd name="connsiteY16" fmla="*/ 2595624 h 6857999"/>
              <a:gd name="connsiteX17" fmla="*/ 2068612 w 12191999"/>
              <a:gd name="connsiteY17" fmla="*/ 2848914 h 6857999"/>
              <a:gd name="connsiteX18" fmla="*/ 2068612 w 12191999"/>
              <a:gd name="connsiteY18" fmla="*/ 4009090 h 6857999"/>
              <a:gd name="connsiteX19" fmla="*/ 2321901 w 12191999"/>
              <a:gd name="connsiteY19" fmla="*/ 4262379 h 6857999"/>
              <a:gd name="connsiteX20" fmla="*/ 3335028 w 12191999"/>
              <a:gd name="connsiteY20" fmla="*/ 4262379 h 6857999"/>
              <a:gd name="connsiteX21" fmla="*/ 3588316 w 12191999"/>
              <a:gd name="connsiteY21" fmla="*/ 4009090 h 6857999"/>
              <a:gd name="connsiteX22" fmla="*/ 3588316 w 12191999"/>
              <a:gd name="connsiteY22" fmla="*/ 2848914 h 6857999"/>
              <a:gd name="connsiteX23" fmla="*/ 3335028 w 12191999"/>
              <a:gd name="connsiteY23" fmla="*/ 2595624 h 6857999"/>
              <a:gd name="connsiteX24" fmla="*/ 688135 w 12191999"/>
              <a:gd name="connsiteY24" fmla="*/ 2595624 h 6857999"/>
              <a:gd name="connsiteX25" fmla="*/ 434846 w 12191999"/>
              <a:gd name="connsiteY25" fmla="*/ 2848914 h 6857999"/>
              <a:gd name="connsiteX26" fmla="*/ 434846 w 12191999"/>
              <a:gd name="connsiteY26" fmla="*/ 4009090 h 6857999"/>
              <a:gd name="connsiteX27" fmla="*/ 688135 w 12191999"/>
              <a:gd name="connsiteY27" fmla="*/ 4262379 h 6857999"/>
              <a:gd name="connsiteX28" fmla="*/ 1701261 w 12191999"/>
              <a:gd name="connsiteY28" fmla="*/ 4262379 h 6857999"/>
              <a:gd name="connsiteX29" fmla="*/ 1954550 w 12191999"/>
              <a:gd name="connsiteY29" fmla="*/ 4009090 h 6857999"/>
              <a:gd name="connsiteX30" fmla="*/ 1954550 w 12191999"/>
              <a:gd name="connsiteY30" fmla="*/ 2848914 h 6857999"/>
              <a:gd name="connsiteX31" fmla="*/ 1701261 w 12191999"/>
              <a:gd name="connsiteY31" fmla="*/ 2595624 h 6857999"/>
              <a:gd name="connsiteX32" fmla="*/ 7223203 w 12191999"/>
              <a:gd name="connsiteY32" fmla="*/ 2595623 h 6857999"/>
              <a:gd name="connsiteX33" fmla="*/ 6969914 w 12191999"/>
              <a:gd name="connsiteY33" fmla="*/ 2848913 h 6857999"/>
              <a:gd name="connsiteX34" fmla="*/ 6969914 w 12191999"/>
              <a:gd name="connsiteY34" fmla="*/ 4009089 h 6857999"/>
              <a:gd name="connsiteX35" fmla="*/ 7223203 w 12191999"/>
              <a:gd name="connsiteY35" fmla="*/ 4262378 h 6857999"/>
              <a:gd name="connsiteX36" fmla="*/ 8236329 w 12191999"/>
              <a:gd name="connsiteY36" fmla="*/ 4262378 h 6857999"/>
              <a:gd name="connsiteX37" fmla="*/ 8489618 w 12191999"/>
              <a:gd name="connsiteY37" fmla="*/ 4009089 h 6857999"/>
              <a:gd name="connsiteX38" fmla="*/ 8489618 w 12191999"/>
              <a:gd name="connsiteY38" fmla="*/ 2848913 h 6857999"/>
              <a:gd name="connsiteX39" fmla="*/ 8236329 w 12191999"/>
              <a:gd name="connsiteY39" fmla="*/ 2595623 h 6857999"/>
              <a:gd name="connsiteX40" fmla="*/ 10490737 w 12191999"/>
              <a:gd name="connsiteY40" fmla="*/ 2595619 h 6857999"/>
              <a:gd name="connsiteX41" fmla="*/ 10237448 w 12191999"/>
              <a:gd name="connsiteY41" fmla="*/ 2848908 h 6857999"/>
              <a:gd name="connsiteX42" fmla="*/ 10237448 w 12191999"/>
              <a:gd name="connsiteY42" fmla="*/ 4009085 h 6857999"/>
              <a:gd name="connsiteX43" fmla="*/ 10490737 w 12191999"/>
              <a:gd name="connsiteY43" fmla="*/ 4262374 h 6857999"/>
              <a:gd name="connsiteX44" fmla="*/ 11503863 w 12191999"/>
              <a:gd name="connsiteY44" fmla="*/ 4262374 h 6857999"/>
              <a:gd name="connsiteX45" fmla="*/ 11757152 w 12191999"/>
              <a:gd name="connsiteY45" fmla="*/ 4009085 h 6857999"/>
              <a:gd name="connsiteX46" fmla="*/ 11757152 w 12191999"/>
              <a:gd name="connsiteY46" fmla="*/ 2848908 h 6857999"/>
              <a:gd name="connsiteX47" fmla="*/ 11503863 w 12191999"/>
              <a:gd name="connsiteY47" fmla="*/ 2595619 h 6857999"/>
              <a:gd name="connsiteX48" fmla="*/ 8856969 w 12191999"/>
              <a:gd name="connsiteY48" fmla="*/ 2595618 h 6857999"/>
              <a:gd name="connsiteX49" fmla="*/ 8603680 w 12191999"/>
              <a:gd name="connsiteY49" fmla="*/ 2848907 h 6857999"/>
              <a:gd name="connsiteX50" fmla="*/ 8603680 w 12191999"/>
              <a:gd name="connsiteY50" fmla="*/ 4009084 h 6857999"/>
              <a:gd name="connsiteX51" fmla="*/ 8856969 w 12191999"/>
              <a:gd name="connsiteY51" fmla="*/ 4262373 h 6857999"/>
              <a:gd name="connsiteX52" fmla="*/ 9870095 w 12191999"/>
              <a:gd name="connsiteY52" fmla="*/ 4262373 h 6857999"/>
              <a:gd name="connsiteX53" fmla="*/ 10123384 w 12191999"/>
              <a:gd name="connsiteY53" fmla="*/ 4009084 h 6857999"/>
              <a:gd name="connsiteX54" fmla="*/ 10123384 w 12191999"/>
              <a:gd name="connsiteY54" fmla="*/ 2848907 h 6857999"/>
              <a:gd name="connsiteX55" fmla="*/ 9870095 w 12191999"/>
              <a:gd name="connsiteY55" fmla="*/ 2595618 h 6857999"/>
              <a:gd name="connsiteX56" fmla="*/ 0 w 12191999"/>
              <a:gd name="connsiteY56" fmla="*/ 0 h 6857999"/>
              <a:gd name="connsiteX57" fmla="*/ 12191999 w 12191999"/>
              <a:gd name="connsiteY57" fmla="*/ 0 h 6857999"/>
              <a:gd name="connsiteX58" fmla="*/ 12191999 w 12191999"/>
              <a:gd name="connsiteY58" fmla="*/ 6857999 h 6857999"/>
              <a:gd name="connsiteX59" fmla="*/ 0 w 12191999"/>
              <a:gd name="connsiteY5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999" h="6857999">
                <a:moveTo>
                  <a:pt x="5589435" y="2595624"/>
                </a:moveTo>
                <a:cubicBezTo>
                  <a:pt x="5449547" y="2595624"/>
                  <a:pt x="5336147" y="2709025"/>
                  <a:pt x="5336147" y="2848914"/>
                </a:cubicBezTo>
                <a:lnTo>
                  <a:pt x="5336147" y="4009090"/>
                </a:lnTo>
                <a:cubicBezTo>
                  <a:pt x="5336147" y="4148978"/>
                  <a:pt x="5449547" y="4262379"/>
                  <a:pt x="5589435" y="4262379"/>
                </a:cubicBezTo>
                <a:lnTo>
                  <a:pt x="6602561" y="4262379"/>
                </a:lnTo>
                <a:cubicBezTo>
                  <a:pt x="6742449" y="4262379"/>
                  <a:pt x="6855850" y="4148978"/>
                  <a:pt x="6855850" y="4009090"/>
                </a:cubicBezTo>
                <a:lnTo>
                  <a:pt x="6855850" y="2848914"/>
                </a:lnTo>
                <a:cubicBezTo>
                  <a:pt x="6855850" y="2709025"/>
                  <a:pt x="6742449" y="2595624"/>
                  <a:pt x="6602561" y="2595624"/>
                </a:cubicBezTo>
                <a:close/>
                <a:moveTo>
                  <a:pt x="3955669" y="2595624"/>
                </a:moveTo>
                <a:cubicBezTo>
                  <a:pt x="3815781" y="2595624"/>
                  <a:pt x="3702380" y="2709025"/>
                  <a:pt x="3702380" y="2848914"/>
                </a:cubicBezTo>
                <a:lnTo>
                  <a:pt x="3702380" y="4009090"/>
                </a:lnTo>
                <a:cubicBezTo>
                  <a:pt x="3702380" y="4148978"/>
                  <a:pt x="3815781" y="4262379"/>
                  <a:pt x="3955669" y="4262379"/>
                </a:cubicBezTo>
                <a:lnTo>
                  <a:pt x="4968795" y="4262379"/>
                </a:lnTo>
                <a:cubicBezTo>
                  <a:pt x="5108682" y="4262379"/>
                  <a:pt x="5222084" y="4148978"/>
                  <a:pt x="5222084" y="4009090"/>
                </a:cubicBezTo>
                <a:lnTo>
                  <a:pt x="5222084" y="2848914"/>
                </a:lnTo>
                <a:cubicBezTo>
                  <a:pt x="5222084" y="2709025"/>
                  <a:pt x="5108682" y="2595624"/>
                  <a:pt x="4968795" y="2595624"/>
                </a:cubicBezTo>
                <a:close/>
                <a:moveTo>
                  <a:pt x="2321901" y="2595624"/>
                </a:moveTo>
                <a:cubicBezTo>
                  <a:pt x="2182013" y="2595624"/>
                  <a:pt x="2068612" y="2709025"/>
                  <a:pt x="2068612" y="2848914"/>
                </a:cubicBezTo>
                <a:lnTo>
                  <a:pt x="2068612" y="4009090"/>
                </a:lnTo>
                <a:cubicBezTo>
                  <a:pt x="2068612" y="4148978"/>
                  <a:pt x="2182013" y="4262379"/>
                  <a:pt x="2321901" y="4262379"/>
                </a:cubicBezTo>
                <a:lnTo>
                  <a:pt x="3335028" y="4262379"/>
                </a:lnTo>
                <a:cubicBezTo>
                  <a:pt x="3474916" y="4262379"/>
                  <a:pt x="3588316" y="4148978"/>
                  <a:pt x="3588316" y="4009090"/>
                </a:cubicBezTo>
                <a:lnTo>
                  <a:pt x="3588316" y="2848914"/>
                </a:lnTo>
                <a:cubicBezTo>
                  <a:pt x="3588316" y="2709025"/>
                  <a:pt x="3474916" y="2595624"/>
                  <a:pt x="3335028" y="2595624"/>
                </a:cubicBezTo>
                <a:close/>
                <a:moveTo>
                  <a:pt x="688135" y="2595624"/>
                </a:moveTo>
                <a:cubicBezTo>
                  <a:pt x="548247" y="2595624"/>
                  <a:pt x="434846" y="2709025"/>
                  <a:pt x="434846" y="2848914"/>
                </a:cubicBezTo>
                <a:lnTo>
                  <a:pt x="434846" y="4009090"/>
                </a:lnTo>
                <a:cubicBezTo>
                  <a:pt x="434846" y="4148978"/>
                  <a:pt x="548247" y="4262379"/>
                  <a:pt x="688135" y="4262379"/>
                </a:cubicBezTo>
                <a:lnTo>
                  <a:pt x="1701261" y="4262379"/>
                </a:lnTo>
                <a:cubicBezTo>
                  <a:pt x="1841149" y="4262379"/>
                  <a:pt x="1954550" y="4148978"/>
                  <a:pt x="1954550" y="4009090"/>
                </a:cubicBezTo>
                <a:lnTo>
                  <a:pt x="1954550" y="2848914"/>
                </a:lnTo>
                <a:cubicBezTo>
                  <a:pt x="1954550" y="2709025"/>
                  <a:pt x="1841149" y="2595624"/>
                  <a:pt x="1701261" y="2595624"/>
                </a:cubicBezTo>
                <a:close/>
                <a:moveTo>
                  <a:pt x="7223203" y="2595623"/>
                </a:moveTo>
                <a:cubicBezTo>
                  <a:pt x="7083315" y="2595623"/>
                  <a:pt x="6969914" y="2709024"/>
                  <a:pt x="6969914" y="2848913"/>
                </a:cubicBezTo>
                <a:lnTo>
                  <a:pt x="6969914" y="4009089"/>
                </a:lnTo>
                <a:cubicBezTo>
                  <a:pt x="6969914" y="4148977"/>
                  <a:pt x="7083315" y="4262378"/>
                  <a:pt x="7223203" y="4262378"/>
                </a:cubicBezTo>
                <a:lnTo>
                  <a:pt x="8236329" y="4262378"/>
                </a:lnTo>
                <a:cubicBezTo>
                  <a:pt x="8376217" y="4262378"/>
                  <a:pt x="8489618" y="4148977"/>
                  <a:pt x="8489618" y="4009089"/>
                </a:cubicBezTo>
                <a:lnTo>
                  <a:pt x="8489618" y="2848913"/>
                </a:lnTo>
                <a:cubicBezTo>
                  <a:pt x="8489618" y="2709024"/>
                  <a:pt x="8376217" y="2595623"/>
                  <a:pt x="8236329" y="2595623"/>
                </a:cubicBezTo>
                <a:close/>
                <a:moveTo>
                  <a:pt x="10490737" y="2595619"/>
                </a:moveTo>
                <a:cubicBezTo>
                  <a:pt x="10350849" y="2595619"/>
                  <a:pt x="10237448" y="2709020"/>
                  <a:pt x="10237448" y="2848908"/>
                </a:cubicBezTo>
                <a:lnTo>
                  <a:pt x="10237448" y="4009085"/>
                </a:lnTo>
                <a:cubicBezTo>
                  <a:pt x="10237448" y="4148973"/>
                  <a:pt x="10350849" y="4262374"/>
                  <a:pt x="10490737" y="4262374"/>
                </a:cubicBezTo>
                <a:lnTo>
                  <a:pt x="11503863" y="4262374"/>
                </a:lnTo>
                <a:cubicBezTo>
                  <a:pt x="11643751" y="4262374"/>
                  <a:pt x="11757152" y="4148973"/>
                  <a:pt x="11757152" y="4009085"/>
                </a:cubicBezTo>
                <a:lnTo>
                  <a:pt x="11757152" y="2848908"/>
                </a:lnTo>
                <a:cubicBezTo>
                  <a:pt x="11757152" y="2709020"/>
                  <a:pt x="11643751" y="2595619"/>
                  <a:pt x="11503863" y="2595619"/>
                </a:cubicBezTo>
                <a:close/>
                <a:moveTo>
                  <a:pt x="8856969" y="2595618"/>
                </a:moveTo>
                <a:cubicBezTo>
                  <a:pt x="8717081" y="2595618"/>
                  <a:pt x="8603680" y="2709019"/>
                  <a:pt x="8603680" y="2848907"/>
                </a:cubicBezTo>
                <a:lnTo>
                  <a:pt x="8603680" y="4009084"/>
                </a:lnTo>
                <a:cubicBezTo>
                  <a:pt x="8603680" y="4148972"/>
                  <a:pt x="8717081" y="4262373"/>
                  <a:pt x="8856969" y="4262373"/>
                </a:cubicBezTo>
                <a:lnTo>
                  <a:pt x="9870095" y="4262373"/>
                </a:lnTo>
                <a:cubicBezTo>
                  <a:pt x="10009983" y="4262373"/>
                  <a:pt x="10123384" y="4148972"/>
                  <a:pt x="10123384" y="4009084"/>
                </a:cubicBezTo>
                <a:lnTo>
                  <a:pt x="10123384" y="2848907"/>
                </a:lnTo>
                <a:cubicBezTo>
                  <a:pt x="10123384" y="2709019"/>
                  <a:pt x="10009983" y="2595618"/>
                  <a:pt x="9870095" y="2595618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2280540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1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698D6D24-DBB9-46E1-B17E-2536A08E92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589" y="6858000"/>
              <a:ext cx="12192000" cy="6880120"/>
            </p:xfrm>
            <a:graphic>
              <a:graphicData uri="http://schemas.microsoft.com/office/powerpoint/2016/slidezoom">
                <pslz:sldZm>
                  <pslz:sldZmObj sldId="260" cId="112186479">
                    <pslz:zmPr id="{18035A88-28C5-41D1-B5A3-1E9519C158A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2000" cy="688012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98D6D24-DBB9-46E1-B17E-2536A08E92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9" y="6858000"/>
                <a:ext cx="12192000" cy="688012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288FF744-3E8C-838A-81CB-3BCEF36C725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193590" y="6858001"/>
              <a:ext cx="12191998" cy="6880122"/>
            </p:xfrm>
            <a:graphic>
              <a:graphicData uri="http://schemas.microsoft.com/office/powerpoint/2016/slidezoom">
                <pslz:sldZm>
                  <pslz:sldZmObj sldId="261" cId="2757120524">
                    <pslz:zmPr id="{3AC9235C-A2CE-40AF-803E-4A2C5D7741EC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1998" cy="68801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88FF744-3E8C-838A-81CB-3BCEF36C72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93590" y="6858001"/>
                <a:ext cx="12191998" cy="68801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3B3DFAA0-F0EF-B1F2-9167-4CC89167B9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7072137"/>
                  </p:ext>
                </p:extLst>
              </p:nvPr>
            </p:nvGraphicFramePr>
            <p:xfrm>
              <a:off x="12193583" y="-22127"/>
              <a:ext cx="12192004" cy="6880126"/>
            </p:xfrm>
            <a:graphic>
              <a:graphicData uri="http://schemas.microsoft.com/office/powerpoint/2016/slidezoom">
                <pslz:sldZm>
                  <pslz:sldZmObj sldId="259" cId="1634497964">
                    <pslz:zmPr id="{EFC4CC7B-5A7C-4379-A117-843F75C207B3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2004" cy="688012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3B3DFAA0-F0EF-B1F2-9167-4CC89167B96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93583" y="-22127"/>
                <a:ext cx="12192004" cy="688012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C67AA897-226F-A099-D417-2E5E5B6BB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9232504"/>
                  </p:ext>
                </p:extLst>
              </p:nvPr>
            </p:nvGraphicFramePr>
            <p:xfrm>
              <a:off x="1587" y="-1"/>
              <a:ext cx="12191996" cy="6857998"/>
            </p:xfrm>
            <a:graphic>
              <a:graphicData uri="http://schemas.microsoft.com/office/powerpoint/2016/slidezoom">
                <pslz:sldZm>
                  <pslz:sldZmObj sldId="258" cId="2906641167">
                    <pslz:zmPr id="{58B88D40-A6E0-483E-A80C-A974BF932986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1996" cy="685799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C67AA897-226F-A099-D417-2E5E5B6BB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87" y="-1"/>
                <a:ext cx="12191996" cy="685799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654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>
            <a:extLst>
              <a:ext uri="{FF2B5EF4-FFF2-40B4-BE49-F238E27FC236}">
                <a16:creationId xmlns:a16="http://schemas.microsoft.com/office/drawing/2014/main" id="{871DAE66-D495-A2D4-6A93-F8A8581F0E90}"/>
              </a:ext>
            </a:extLst>
          </p:cNvPr>
          <p:cNvSpPr/>
          <p:nvPr/>
        </p:nvSpPr>
        <p:spPr>
          <a:xfrm rot="5400000">
            <a:off x="16785467" y="6114293"/>
            <a:ext cx="7036902" cy="8166514"/>
          </a:xfrm>
          <a:prstGeom prst="teardrop">
            <a:avLst/>
          </a:prstGeom>
          <a:solidFill>
            <a:srgbClr val="0070C0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907A7006-9BBF-5A9D-6C44-30D28168F4D4}"/>
              </a:ext>
            </a:extLst>
          </p:cNvPr>
          <p:cNvSpPr/>
          <p:nvPr/>
        </p:nvSpPr>
        <p:spPr>
          <a:xfrm rot="5400000">
            <a:off x="16993393" y="6323807"/>
            <a:ext cx="6858000" cy="7926387"/>
          </a:xfrm>
          <a:prstGeom prst="teardrop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867C3C-DAE3-4869-41DA-A52E93B77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9354">
            <a:off x="-3726013" y="-2453309"/>
            <a:ext cx="9738360" cy="13716000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3877CB0-AB66-7904-EE24-A05032E7A4C0}"/>
              </a:ext>
            </a:extLst>
          </p:cNvPr>
          <p:cNvSpPr txBox="1">
            <a:spLocks/>
          </p:cNvSpPr>
          <p:nvPr/>
        </p:nvSpPr>
        <p:spPr>
          <a:xfrm>
            <a:off x="9040690" y="2006571"/>
            <a:ext cx="8085600" cy="705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000" dirty="0">
                <a:solidFill>
                  <a:srgbClr val="E8C4F2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HIGHER EDUCATION PERFORMANCE DASHBOARD</a:t>
            </a:r>
            <a:endParaRPr lang="en-ID" sz="3000" dirty="0">
              <a:solidFill>
                <a:srgbClr val="E8C4F2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E26AF558-FCF4-4A1A-1E43-7EEAE7D7DEE5}"/>
              </a:ext>
            </a:extLst>
          </p:cNvPr>
          <p:cNvSpPr txBox="1">
            <a:spLocks/>
          </p:cNvSpPr>
          <p:nvPr/>
        </p:nvSpPr>
        <p:spPr>
          <a:xfrm>
            <a:off x="4623836" y="0"/>
            <a:ext cx="18064800" cy="2359371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0" dirty="0" err="1">
                <a:solidFill>
                  <a:srgbClr val="E8C4F2"/>
                </a:solidFill>
                <a:latin typeface="Playfair Display" pitchFamily="2" charset="0"/>
              </a:rPr>
              <a:t>EduVision</a:t>
            </a:r>
            <a:r>
              <a:rPr lang="en-US" sz="17000" i="1" dirty="0">
                <a:solidFill>
                  <a:srgbClr val="E8C4F2"/>
                </a:solidFill>
                <a:latin typeface="Playfair Display" pitchFamily="2" charset="0"/>
              </a:rPr>
              <a:t> </a:t>
            </a:r>
            <a:r>
              <a:rPr lang="en-US" sz="17000" dirty="0">
                <a:solidFill>
                  <a:srgbClr val="E8C4F2"/>
                </a:solidFill>
                <a:latin typeface="Playfair Display" pitchFamily="2" charset="0"/>
              </a:rPr>
              <a:t>DV</a:t>
            </a:r>
            <a:endParaRPr lang="en-ID" sz="17000" dirty="0">
              <a:solidFill>
                <a:srgbClr val="E8C4F2"/>
              </a:solidFill>
              <a:latin typeface="Playfair Display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118C1-64CC-2472-01E8-9BBC4A969072}"/>
              </a:ext>
            </a:extLst>
          </p:cNvPr>
          <p:cNvSpPr txBox="1"/>
          <p:nvPr/>
        </p:nvSpPr>
        <p:spPr>
          <a:xfrm>
            <a:off x="4661427" y="3090285"/>
            <a:ext cx="14607429" cy="978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Higher-Education-Intelligence-System.../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README.md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LICENSE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.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gitignore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Dim_&amp;_</a:t>
            </a:r>
            <a:r>
              <a:rPr lang="en-IN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Fact_Datasets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/                 Final dimension and fact tables (Tableau data source)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|-- 01_University_Overview/          dim_country.xlsx, dim_university.xlsx, fact_university_overview.xlsx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|-- 02_Research_Analytics/           dim_university.xlsx, fact_research_analytics.xlsx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|-- 03_Student_Analytics/            dim_university.xlsx, fact_student_analytics.xlsx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|-- 04_Country_Comparison/           dim_country.xlsx, dim_indicator.xlsx, fact_country_indicators.xlsx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split_qa_log.txt                 QA log from splitting the master pipeline output into dim/fact tables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01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/                        Data Collection and Preparation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Script/                          data_collection.py, Executed Script/ (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Colab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notebook run as PDF)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Raw Datasets/                    01 to 04, one folder per dataset, source files as downloaded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Deliverables/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1/                    data_collection.py, university_raw_data.csv/ (6 source files)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2/                    script/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education_cleaning.ipynb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, university_cleaned.csv/ (4 cleaned files)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02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/                        KPI Engineering and Dashboard Planning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KPIs Dataset/                    Six KPIs.xlsx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Deliverables/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3/                    university_final_dataset.py, university_final_dataset.xlsx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4/                    dashboard_storyboard.pdf, eduvision_prototype.mp4,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eduvision_prototype.twbx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03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/                        Dashboard Development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|-- Deliverables/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5/                    Tableau Dashboard Development.pdf, QS and THE Visualisation.pdf, eduvision_dashboard_v1.twbx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       |-- Module 6/                   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EduVision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DV.twbx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, Sample.png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|--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Milestone 04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/                        Testing and Delivery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|-- Deliverables/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|-- Module 7/                    Dashboard Testing Report.pdf, QA Checklist.pdf</a:t>
            </a:r>
          </a:p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       |-- Module 8/                   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EduVision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IN" dirty="0" err="1">
                <a:solidFill>
                  <a:schemeClr val="bg1">
                    <a:lumMod val="95000"/>
                  </a:schemeClr>
                </a:solidFill>
              </a:rPr>
              <a:t>DV.twbx</a:t>
            </a:r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, Final Documentation.pdf, GitHub Repository.md, Tableau Public.md</a:t>
            </a:r>
          </a:p>
        </p:txBody>
      </p:sp>
    </p:spTree>
    <p:extLst>
      <p:ext uri="{BB962C8B-B14F-4D97-AF65-F5344CB8AC3E}">
        <p14:creationId xmlns:p14="http://schemas.microsoft.com/office/powerpoint/2010/main" val="2906641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4AF81-4D55-2B81-AADB-90C3A3AE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>
            <a:extLst>
              <a:ext uri="{FF2B5EF4-FFF2-40B4-BE49-F238E27FC236}">
                <a16:creationId xmlns:a16="http://schemas.microsoft.com/office/drawing/2014/main" id="{8B2A42D2-F438-9F90-5EFF-42F5D3815B6F}"/>
              </a:ext>
            </a:extLst>
          </p:cNvPr>
          <p:cNvSpPr/>
          <p:nvPr/>
        </p:nvSpPr>
        <p:spPr>
          <a:xfrm rot="10800000">
            <a:off x="1585" y="6619460"/>
            <a:ext cx="8267772" cy="7096539"/>
          </a:xfrm>
          <a:prstGeom prst="teardrop">
            <a:avLst/>
          </a:prstGeom>
          <a:solidFill>
            <a:srgbClr val="C00000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7A1B51D4-473B-325B-4CE5-81BA5363B22E}"/>
              </a:ext>
            </a:extLst>
          </p:cNvPr>
          <p:cNvSpPr/>
          <p:nvPr/>
        </p:nvSpPr>
        <p:spPr>
          <a:xfrm rot="10800000">
            <a:off x="1584" y="6857998"/>
            <a:ext cx="8029232" cy="6857999"/>
          </a:xfrm>
          <a:prstGeom prst="teardrop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0FCFABB-A3BC-2894-97B3-DDD27A3AA96E}"/>
              </a:ext>
            </a:extLst>
          </p:cNvPr>
          <p:cNvSpPr/>
          <p:nvPr/>
        </p:nvSpPr>
        <p:spPr>
          <a:xfrm>
            <a:off x="11473587" y="10639288"/>
            <a:ext cx="1440000" cy="14400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55D09C-5BC4-1DE2-60FE-56636C13A0F9}"/>
              </a:ext>
            </a:extLst>
          </p:cNvPr>
          <p:cNvCxnSpPr>
            <a:cxnSpLocks/>
          </p:cNvCxnSpPr>
          <p:nvPr/>
        </p:nvCxnSpPr>
        <p:spPr>
          <a:xfrm flipV="1">
            <a:off x="12218301" y="11384002"/>
            <a:ext cx="0" cy="1259751"/>
          </a:xfrm>
          <a:prstGeom prst="line">
            <a:avLst/>
          </a:prstGeom>
          <a:ln w="19050">
            <a:solidFill>
              <a:schemeClr val="bg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1155-EA75-7DC5-42CA-52AE81A0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5</a:t>
            </a:fld>
            <a:endParaRPr lang="en-ID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F1C4021-26A3-045B-DE2F-A624E6BF4A6A}"/>
              </a:ext>
            </a:extLst>
          </p:cNvPr>
          <p:cNvSpPr txBox="1">
            <a:spLocks/>
          </p:cNvSpPr>
          <p:nvPr/>
        </p:nvSpPr>
        <p:spPr>
          <a:xfrm>
            <a:off x="8150047" y="1357178"/>
            <a:ext cx="8085600" cy="705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00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INTRODUCTION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12B04C3-1906-7B33-B2E8-9F1D6751FD6F}"/>
              </a:ext>
            </a:extLst>
          </p:cNvPr>
          <p:cNvSpPr txBox="1">
            <a:spLocks/>
          </p:cNvSpPr>
          <p:nvPr/>
        </p:nvSpPr>
        <p:spPr>
          <a:xfrm>
            <a:off x="1607787" y="3100257"/>
            <a:ext cx="21171600" cy="5634000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0">
                <a:solidFill>
                  <a:schemeClr val="bg1"/>
                </a:solidFill>
                <a:latin typeface="Playfair Display" pitchFamily="2" charset="0"/>
              </a:rPr>
              <a:t>EduVision </a:t>
            </a:r>
            <a:r>
              <a:rPr lang="en-US" sz="12000" i="1">
                <a:solidFill>
                  <a:schemeClr val="bg1"/>
                </a:solidFill>
                <a:latin typeface="Playfair Display" pitchFamily="2" charset="0"/>
              </a:rPr>
              <a:t>DV</a:t>
            </a:r>
            <a:r>
              <a:rPr lang="en-US" sz="12000">
                <a:solidFill>
                  <a:schemeClr val="bg1"/>
                </a:solidFill>
                <a:latin typeface="Playfair Display" pitchFamily="2" charset="0"/>
              </a:rPr>
              <a:t> </a:t>
            </a:r>
          </a:p>
          <a:p>
            <a:pPr algn="ctr"/>
            <a:r>
              <a:rPr lang="en-US" sz="12000">
                <a:solidFill>
                  <a:schemeClr val="bg1"/>
                </a:solidFill>
                <a:latin typeface="Playfair Display" pitchFamily="2" charset="0"/>
              </a:rPr>
              <a:t>A Unified Tableau Workbook </a:t>
            </a:r>
            <a:r>
              <a:rPr lang="en-US" sz="12000" i="1">
                <a:solidFill>
                  <a:schemeClr val="bg1"/>
                </a:solidFill>
                <a:latin typeface="Playfair Display" pitchFamily="2" charset="0"/>
              </a:rPr>
              <a:t>for Higher Education Analytics</a:t>
            </a:r>
            <a:endParaRPr lang="en-ID" sz="12000" i="1">
              <a:solidFill>
                <a:schemeClr val="bg1"/>
              </a:solidFill>
              <a:latin typeface="Playfair Display" pitchFamily="2" charset="0"/>
            </a:endParaRPr>
          </a:p>
          <a:p>
            <a:endParaRPr lang="en-ID" dirty="0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4CF9936-1020-4DD6-6157-F5120AB5B3EA}"/>
              </a:ext>
            </a:extLst>
          </p:cNvPr>
          <p:cNvSpPr txBox="1">
            <a:spLocks/>
          </p:cNvSpPr>
          <p:nvPr/>
        </p:nvSpPr>
        <p:spPr>
          <a:xfrm>
            <a:off x="6846227" y="9337699"/>
            <a:ext cx="10576800" cy="698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3000" i="1">
                <a:solidFill>
                  <a:schemeClr val="bg1"/>
                </a:solidFill>
                <a:latin typeface="Playfair Display" pitchFamily="2" charset="0"/>
              </a:rPr>
              <a:t>EduVision DV Project Presentation</a:t>
            </a:r>
            <a:endParaRPr lang="en-ID" sz="3000" i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11B899-74B8-ADA0-E3C9-24FB91A79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939908">
            <a:off x="19136003" y="8701214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97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E888F-10C1-2ACF-DC2A-ECADBB2C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>
            <a:extLst>
              <a:ext uri="{FF2B5EF4-FFF2-40B4-BE49-F238E27FC236}">
                <a16:creationId xmlns:a16="http://schemas.microsoft.com/office/drawing/2014/main" id="{A36607D4-6719-9682-3D58-ED022C50569B}"/>
              </a:ext>
            </a:extLst>
          </p:cNvPr>
          <p:cNvSpPr/>
          <p:nvPr/>
        </p:nvSpPr>
        <p:spPr>
          <a:xfrm>
            <a:off x="16598348" y="-1"/>
            <a:ext cx="7787239" cy="7076661"/>
          </a:xfrm>
          <a:prstGeom prst="teardrop">
            <a:avLst/>
          </a:prstGeom>
          <a:solidFill>
            <a:srgbClr val="08B000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803386AD-20DB-56A7-5AB1-1E3625BAD54A}"/>
              </a:ext>
            </a:extLst>
          </p:cNvPr>
          <p:cNvSpPr/>
          <p:nvPr/>
        </p:nvSpPr>
        <p:spPr>
          <a:xfrm>
            <a:off x="16876643" y="0"/>
            <a:ext cx="7508945" cy="6858000"/>
          </a:xfrm>
          <a:prstGeom prst="teardrop">
            <a:avLst/>
          </a:prstGeom>
          <a:solidFill>
            <a:srgbClr val="08B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F941BAB2-8A54-C764-2B05-3E3AA59E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6</a:t>
            </a:fld>
            <a:endParaRPr lang="en-ID" dirty="0"/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166D7CB7-B10D-5D49-DBD6-B4CD3AF3ABA8}"/>
              </a:ext>
            </a:extLst>
          </p:cNvPr>
          <p:cNvSpPr txBox="1">
            <a:spLocks/>
          </p:cNvSpPr>
          <p:nvPr/>
        </p:nvSpPr>
        <p:spPr>
          <a:xfrm>
            <a:off x="1653282" y="7292878"/>
            <a:ext cx="5400000" cy="554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TABLE OF CONTENT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FF8DE25C-FDB9-378C-34F7-1DA277E14E60}"/>
              </a:ext>
            </a:extLst>
          </p:cNvPr>
          <p:cNvSpPr txBox="1">
            <a:spLocks/>
          </p:cNvSpPr>
          <p:nvPr/>
        </p:nvSpPr>
        <p:spPr>
          <a:xfrm>
            <a:off x="1509282" y="5352478"/>
            <a:ext cx="5688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Index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75716858-2139-8DF0-AD07-14FA669B30C8}"/>
              </a:ext>
            </a:extLst>
          </p:cNvPr>
          <p:cNvSpPr txBox="1">
            <a:spLocks/>
          </p:cNvSpPr>
          <p:nvPr/>
        </p:nvSpPr>
        <p:spPr>
          <a:xfrm>
            <a:off x="9652482" y="1534652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05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C9DDDB39-8A5F-61F3-9057-2FE3BB1008DB}"/>
              </a:ext>
            </a:extLst>
          </p:cNvPr>
          <p:cNvSpPr txBox="1">
            <a:spLocks/>
          </p:cNvSpPr>
          <p:nvPr/>
        </p:nvSpPr>
        <p:spPr>
          <a:xfrm>
            <a:off x="9652482" y="3216505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Introduction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9485946-934F-929D-EDEF-CEA54F102AB0}"/>
              </a:ext>
            </a:extLst>
          </p:cNvPr>
          <p:cNvSpPr txBox="1">
            <a:spLocks/>
          </p:cNvSpPr>
          <p:nvPr/>
        </p:nvSpPr>
        <p:spPr>
          <a:xfrm>
            <a:off x="15112105" y="1534652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07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36EB906F-9A8C-4423-26DA-180AA751BF0D}"/>
              </a:ext>
            </a:extLst>
          </p:cNvPr>
          <p:cNvSpPr txBox="1">
            <a:spLocks/>
          </p:cNvSpPr>
          <p:nvPr/>
        </p:nvSpPr>
        <p:spPr>
          <a:xfrm>
            <a:off x="19899037" y="1587284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08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41B50399-6160-78FA-9241-ACEBB327AE2A}"/>
              </a:ext>
            </a:extLst>
          </p:cNvPr>
          <p:cNvSpPr txBox="1">
            <a:spLocks/>
          </p:cNvSpPr>
          <p:nvPr/>
        </p:nvSpPr>
        <p:spPr>
          <a:xfrm>
            <a:off x="9682962" y="4452920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13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A4BBC32-F82C-495D-3A8A-0463FD9A02E2}"/>
              </a:ext>
            </a:extLst>
          </p:cNvPr>
          <p:cNvSpPr txBox="1">
            <a:spLocks/>
          </p:cNvSpPr>
          <p:nvPr/>
        </p:nvSpPr>
        <p:spPr>
          <a:xfrm>
            <a:off x="14893224" y="4452920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sz="9600" dirty="0">
                <a:solidFill>
                  <a:schemeClr val="bg1"/>
                </a:solidFill>
                <a:latin typeface="Playfair Display (Headings)"/>
              </a:rPr>
              <a:t>14</a:t>
            </a:r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1E4E1C72-817D-84EC-4134-7966F04F20E8}"/>
              </a:ext>
            </a:extLst>
          </p:cNvPr>
          <p:cNvSpPr txBox="1">
            <a:spLocks/>
          </p:cNvSpPr>
          <p:nvPr/>
        </p:nvSpPr>
        <p:spPr>
          <a:xfrm>
            <a:off x="19929518" y="4452920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18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17521942-5574-0AF5-3DAB-A08292DC7028}"/>
              </a:ext>
            </a:extLst>
          </p:cNvPr>
          <p:cNvSpPr txBox="1">
            <a:spLocks/>
          </p:cNvSpPr>
          <p:nvPr/>
        </p:nvSpPr>
        <p:spPr>
          <a:xfrm>
            <a:off x="9682962" y="7372835"/>
            <a:ext cx="2754000" cy="1940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</a:rPr>
              <a:t>20</a:t>
            </a:r>
            <a:endParaRPr lang="en-ID" sz="9600" dirty="0">
              <a:solidFill>
                <a:schemeClr val="bg1"/>
              </a:solidFill>
            </a:endParaRP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B9CE8CAE-36B3-4D01-FE10-ADC4589CBEA1}"/>
              </a:ext>
            </a:extLst>
          </p:cNvPr>
          <p:cNvSpPr txBox="1">
            <a:spLocks/>
          </p:cNvSpPr>
          <p:nvPr/>
        </p:nvSpPr>
        <p:spPr>
          <a:xfrm>
            <a:off x="14893224" y="7372835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21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228BF723-F05C-9DBD-D763-73DE02D05CC2}"/>
              </a:ext>
            </a:extLst>
          </p:cNvPr>
          <p:cNvSpPr txBox="1">
            <a:spLocks/>
          </p:cNvSpPr>
          <p:nvPr/>
        </p:nvSpPr>
        <p:spPr>
          <a:xfrm>
            <a:off x="19929518" y="7372835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22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5EABFF85-CAE4-5F79-41EA-04E23E64EC81}"/>
              </a:ext>
            </a:extLst>
          </p:cNvPr>
          <p:cNvSpPr txBox="1">
            <a:spLocks/>
          </p:cNvSpPr>
          <p:nvPr/>
        </p:nvSpPr>
        <p:spPr>
          <a:xfrm>
            <a:off x="9682962" y="10169183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23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B4C8D672-3A0B-CA4C-2327-B39E3268B921}"/>
              </a:ext>
            </a:extLst>
          </p:cNvPr>
          <p:cNvSpPr txBox="1">
            <a:spLocks/>
          </p:cNvSpPr>
          <p:nvPr/>
        </p:nvSpPr>
        <p:spPr>
          <a:xfrm>
            <a:off x="14893224" y="10169183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24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7" name="Text Placeholder 22">
            <a:extLst>
              <a:ext uri="{FF2B5EF4-FFF2-40B4-BE49-F238E27FC236}">
                <a16:creationId xmlns:a16="http://schemas.microsoft.com/office/drawing/2014/main" id="{4604061F-FC58-A52F-AF89-3B03CACC329C}"/>
              </a:ext>
            </a:extLst>
          </p:cNvPr>
          <p:cNvSpPr txBox="1">
            <a:spLocks/>
          </p:cNvSpPr>
          <p:nvPr/>
        </p:nvSpPr>
        <p:spPr>
          <a:xfrm>
            <a:off x="19929518" y="10169183"/>
            <a:ext cx="2754000" cy="19404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dirty="0">
                <a:solidFill>
                  <a:schemeClr val="bg1"/>
                </a:solidFill>
                <a:latin typeface="Playfair Display (Headings)"/>
              </a:rPr>
              <a:t>26</a:t>
            </a:r>
            <a:endParaRPr lang="en-ID" sz="9600" dirty="0">
              <a:solidFill>
                <a:schemeClr val="bg1"/>
              </a:solidFill>
              <a:latin typeface="Playfair Display (Headings)"/>
            </a:endParaRP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B5D31798-7AAD-F43B-AD0C-2E864EE6CB0E}"/>
              </a:ext>
            </a:extLst>
          </p:cNvPr>
          <p:cNvSpPr txBox="1">
            <a:spLocks/>
          </p:cNvSpPr>
          <p:nvPr/>
        </p:nvSpPr>
        <p:spPr>
          <a:xfrm>
            <a:off x="14862744" y="3216505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Problem &amp; Objective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49" name="Text Placeholder 24">
            <a:extLst>
              <a:ext uri="{FF2B5EF4-FFF2-40B4-BE49-F238E27FC236}">
                <a16:creationId xmlns:a16="http://schemas.microsoft.com/office/drawing/2014/main" id="{D99849BA-3CC2-B5CF-5106-350C519963F3}"/>
              </a:ext>
            </a:extLst>
          </p:cNvPr>
          <p:cNvSpPr txBox="1">
            <a:spLocks/>
          </p:cNvSpPr>
          <p:nvPr/>
        </p:nvSpPr>
        <p:spPr>
          <a:xfrm>
            <a:off x="19899038" y="3216505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Data Pipeline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0" name="Text Placeholder 25">
            <a:extLst>
              <a:ext uri="{FF2B5EF4-FFF2-40B4-BE49-F238E27FC236}">
                <a16:creationId xmlns:a16="http://schemas.microsoft.com/office/drawing/2014/main" id="{D8874812-2FB0-8C61-4CF8-C5DF1BB5289F}"/>
              </a:ext>
            </a:extLst>
          </p:cNvPr>
          <p:cNvSpPr txBox="1">
            <a:spLocks/>
          </p:cNvSpPr>
          <p:nvPr/>
        </p:nvSpPr>
        <p:spPr>
          <a:xfrm>
            <a:off x="9652482" y="6012853"/>
            <a:ext cx="2880000" cy="399600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Pipeline Integrity Results</a:t>
            </a:r>
            <a:endParaRPr lang="en-ID" sz="2000" dirty="0">
              <a:solidFill>
                <a:schemeClr val="bg1"/>
              </a:solidFill>
            </a:endParaRPr>
          </a:p>
        </p:txBody>
      </p:sp>
      <p:sp>
        <p:nvSpPr>
          <p:cNvPr id="51" name="Text Placeholder 26">
            <a:extLst>
              <a:ext uri="{FF2B5EF4-FFF2-40B4-BE49-F238E27FC236}">
                <a16:creationId xmlns:a16="http://schemas.microsoft.com/office/drawing/2014/main" id="{DAA42B85-5B99-B165-E10E-FD2D5AA066DF}"/>
              </a:ext>
            </a:extLst>
          </p:cNvPr>
          <p:cNvSpPr txBox="1">
            <a:spLocks/>
          </p:cNvSpPr>
          <p:nvPr/>
        </p:nvSpPr>
        <p:spPr>
          <a:xfrm>
            <a:off x="14862744" y="6012853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Data Model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2" name="Text Placeholder 27">
            <a:extLst>
              <a:ext uri="{FF2B5EF4-FFF2-40B4-BE49-F238E27FC236}">
                <a16:creationId xmlns:a16="http://schemas.microsoft.com/office/drawing/2014/main" id="{ABCFD7C1-4FA4-35F9-16A2-88033836FE7D}"/>
              </a:ext>
            </a:extLst>
          </p:cNvPr>
          <p:cNvSpPr txBox="1">
            <a:spLocks/>
          </p:cNvSpPr>
          <p:nvPr/>
        </p:nvSpPr>
        <p:spPr>
          <a:xfrm>
            <a:off x="19899038" y="6012853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Six Core KPIs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24DB83E5-097D-AAE9-FB6E-1A8FEC3D971A}"/>
              </a:ext>
            </a:extLst>
          </p:cNvPr>
          <p:cNvSpPr txBox="1">
            <a:spLocks/>
          </p:cNvSpPr>
          <p:nvPr/>
        </p:nvSpPr>
        <p:spPr>
          <a:xfrm>
            <a:off x="9652482" y="8932768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The Six Dashboards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6F964536-94E6-2276-164A-899B416156D1}"/>
              </a:ext>
            </a:extLst>
          </p:cNvPr>
          <p:cNvSpPr txBox="1">
            <a:spLocks/>
          </p:cNvSpPr>
          <p:nvPr/>
        </p:nvSpPr>
        <p:spPr>
          <a:xfrm>
            <a:off x="14862744" y="8932768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The Four Major </a:t>
            </a:r>
            <a:r>
              <a:rPr lang="en-IN" sz="2000" dirty="0">
                <a:solidFill>
                  <a:schemeClr val="bg1"/>
                </a:solidFill>
                <a:ea typeface="Inter" panose="020B0502030000000004" pitchFamily="34" charset="0"/>
              </a:rPr>
              <a:t>Dashboards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5" name="Text Placeholder 30">
            <a:extLst>
              <a:ext uri="{FF2B5EF4-FFF2-40B4-BE49-F238E27FC236}">
                <a16:creationId xmlns:a16="http://schemas.microsoft.com/office/drawing/2014/main" id="{925EE44B-AB1D-AD00-0024-929548C0B8C3}"/>
              </a:ext>
            </a:extLst>
          </p:cNvPr>
          <p:cNvSpPr txBox="1">
            <a:spLocks/>
          </p:cNvSpPr>
          <p:nvPr/>
        </p:nvSpPr>
        <p:spPr>
          <a:xfrm>
            <a:off x="19899038" y="8932768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Deployment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6" name="Text Placeholder 31">
            <a:extLst>
              <a:ext uri="{FF2B5EF4-FFF2-40B4-BE49-F238E27FC236}">
                <a16:creationId xmlns:a16="http://schemas.microsoft.com/office/drawing/2014/main" id="{F279A9A2-AAEA-31A1-4A78-B654468F91AC}"/>
              </a:ext>
            </a:extLst>
          </p:cNvPr>
          <p:cNvSpPr txBox="1">
            <a:spLocks/>
          </p:cNvSpPr>
          <p:nvPr/>
        </p:nvSpPr>
        <p:spPr>
          <a:xfrm>
            <a:off x="9652482" y="11729116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Testing 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7" name="Text Placeholder 32">
            <a:extLst>
              <a:ext uri="{FF2B5EF4-FFF2-40B4-BE49-F238E27FC236}">
                <a16:creationId xmlns:a16="http://schemas.microsoft.com/office/drawing/2014/main" id="{F4FF8D57-AEE9-B796-4437-F8799E00A7BA}"/>
              </a:ext>
            </a:extLst>
          </p:cNvPr>
          <p:cNvSpPr txBox="1">
            <a:spLocks/>
          </p:cNvSpPr>
          <p:nvPr/>
        </p:nvSpPr>
        <p:spPr>
          <a:xfrm>
            <a:off x="14862744" y="11729116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ea typeface="Inter" panose="020B0502030000000004" pitchFamily="34" charset="0"/>
              </a:rPr>
              <a:t>QA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sp>
        <p:nvSpPr>
          <p:cNvPr id="58" name="Text Placeholder 33">
            <a:extLst>
              <a:ext uri="{FF2B5EF4-FFF2-40B4-BE49-F238E27FC236}">
                <a16:creationId xmlns:a16="http://schemas.microsoft.com/office/drawing/2014/main" id="{86CBDACC-E7BB-AB46-950F-1C2547EC64E9}"/>
              </a:ext>
            </a:extLst>
          </p:cNvPr>
          <p:cNvSpPr txBox="1">
            <a:spLocks/>
          </p:cNvSpPr>
          <p:nvPr/>
        </p:nvSpPr>
        <p:spPr>
          <a:xfrm>
            <a:off x="19899038" y="11729116"/>
            <a:ext cx="2880000" cy="3996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bg1"/>
                </a:solidFill>
                <a:ea typeface="Inter" panose="020B0502030000000004" pitchFamily="34" charset="0"/>
              </a:rPr>
              <a:t>Thank You</a:t>
            </a:r>
            <a:endParaRPr lang="en-ID" sz="2000" dirty="0">
              <a:solidFill>
                <a:schemeClr val="bg1"/>
              </a:solidFill>
              <a:ea typeface="Inter" panose="020B05020300000000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55CE1-0128-D614-A56A-0C2715B7F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39354">
            <a:off x="-3726013" y="-2453309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86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B104F-D308-BACF-D7E9-EAD16448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rdrop 2">
            <a:extLst>
              <a:ext uri="{FF2B5EF4-FFF2-40B4-BE49-F238E27FC236}">
                <a16:creationId xmlns:a16="http://schemas.microsoft.com/office/drawing/2014/main" id="{EB869D4D-78F6-781C-97C3-0CC00316124B}"/>
              </a:ext>
            </a:extLst>
          </p:cNvPr>
          <p:cNvSpPr/>
          <p:nvPr/>
        </p:nvSpPr>
        <p:spPr>
          <a:xfrm rot="16200000">
            <a:off x="567323" y="-565737"/>
            <a:ext cx="7056783" cy="8188256"/>
          </a:xfrm>
          <a:prstGeom prst="teardrop">
            <a:avLst/>
          </a:prstGeom>
          <a:solidFill>
            <a:srgbClr val="FFC000">
              <a:shade val="30000"/>
              <a:satMod val="1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sp>
        <p:nvSpPr>
          <p:cNvPr id="5" name="Teardrop 4">
            <a:extLst>
              <a:ext uri="{FF2B5EF4-FFF2-40B4-BE49-F238E27FC236}">
                <a16:creationId xmlns:a16="http://schemas.microsoft.com/office/drawing/2014/main" id="{2BADFD3A-264C-7671-2DBB-F4E28A17C848}"/>
              </a:ext>
            </a:extLst>
          </p:cNvPr>
          <p:cNvSpPr/>
          <p:nvPr/>
        </p:nvSpPr>
        <p:spPr>
          <a:xfrm rot="16200000">
            <a:off x="557386" y="-555803"/>
            <a:ext cx="6857999" cy="7969599"/>
          </a:xfrm>
          <a:prstGeom prst="teardrop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0208F8-2ABB-3051-CF94-09F34C5B7571}"/>
              </a:ext>
            </a:extLst>
          </p:cNvPr>
          <p:cNvGrpSpPr>
            <a:grpSpLocks noChangeAspect="1"/>
          </p:cNvGrpSpPr>
          <p:nvPr/>
        </p:nvGrpSpPr>
        <p:grpSpPr>
          <a:xfrm>
            <a:off x="10843264" y="7617114"/>
            <a:ext cx="825247" cy="547881"/>
            <a:chOff x="4981576" y="5357813"/>
            <a:chExt cx="765176" cy="508000"/>
          </a:xfrm>
          <a:solidFill>
            <a:schemeClr val="bg1"/>
          </a:solidFill>
        </p:grpSpPr>
        <p:sp>
          <p:nvSpPr>
            <p:cNvPr id="6" name="Freeform 832">
              <a:extLst>
                <a:ext uri="{FF2B5EF4-FFF2-40B4-BE49-F238E27FC236}">
                  <a16:creationId xmlns:a16="http://schemas.microsoft.com/office/drawing/2014/main" id="{2DBDA3F6-C1FD-B570-8C7C-E4CA45BB3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576" y="5357813"/>
              <a:ext cx="765176" cy="266700"/>
            </a:xfrm>
            <a:custGeom>
              <a:avLst/>
              <a:gdLst>
                <a:gd name="T0" fmla="*/ 236 w 240"/>
                <a:gd name="T1" fmla="*/ 84 h 84"/>
                <a:gd name="T2" fmla="*/ 232 w 240"/>
                <a:gd name="T3" fmla="*/ 80 h 84"/>
                <a:gd name="T4" fmla="*/ 120 w 240"/>
                <a:gd name="T5" fmla="*/ 8 h 84"/>
                <a:gd name="T6" fmla="*/ 8 w 240"/>
                <a:gd name="T7" fmla="*/ 80 h 84"/>
                <a:gd name="T8" fmla="*/ 4 w 240"/>
                <a:gd name="T9" fmla="*/ 84 h 84"/>
                <a:gd name="T10" fmla="*/ 0 w 240"/>
                <a:gd name="T11" fmla="*/ 80 h 84"/>
                <a:gd name="T12" fmla="*/ 120 w 240"/>
                <a:gd name="T13" fmla="*/ 0 h 84"/>
                <a:gd name="T14" fmla="*/ 240 w 240"/>
                <a:gd name="T15" fmla="*/ 80 h 84"/>
                <a:gd name="T16" fmla="*/ 236 w 240"/>
                <a:gd name="T1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84">
                  <a:moveTo>
                    <a:pt x="236" y="84"/>
                  </a:moveTo>
                  <a:cubicBezTo>
                    <a:pt x="234" y="84"/>
                    <a:pt x="232" y="82"/>
                    <a:pt x="232" y="80"/>
                  </a:cubicBezTo>
                  <a:cubicBezTo>
                    <a:pt x="232" y="65"/>
                    <a:pt x="197" y="8"/>
                    <a:pt x="120" y="8"/>
                  </a:cubicBezTo>
                  <a:cubicBezTo>
                    <a:pt x="43" y="8"/>
                    <a:pt x="8" y="65"/>
                    <a:pt x="8" y="80"/>
                  </a:cubicBezTo>
                  <a:cubicBezTo>
                    <a:pt x="8" y="82"/>
                    <a:pt x="6" y="84"/>
                    <a:pt x="4" y="84"/>
                  </a:cubicBezTo>
                  <a:cubicBezTo>
                    <a:pt x="2" y="84"/>
                    <a:pt x="0" y="82"/>
                    <a:pt x="0" y="80"/>
                  </a:cubicBezTo>
                  <a:cubicBezTo>
                    <a:pt x="0" y="61"/>
                    <a:pt x="37" y="0"/>
                    <a:pt x="120" y="0"/>
                  </a:cubicBezTo>
                  <a:cubicBezTo>
                    <a:pt x="203" y="0"/>
                    <a:pt x="240" y="61"/>
                    <a:pt x="240" y="80"/>
                  </a:cubicBezTo>
                  <a:cubicBezTo>
                    <a:pt x="240" y="82"/>
                    <a:pt x="238" y="84"/>
                    <a:pt x="236" y="84"/>
                  </a:cubicBezTo>
                  <a:close/>
                </a:path>
              </a:pathLst>
            </a:custGeom>
            <a:grpFill/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7" name="Freeform 833">
              <a:extLst>
                <a:ext uri="{FF2B5EF4-FFF2-40B4-BE49-F238E27FC236}">
                  <a16:creationId xmlns:a16="http://schemas.microsoft.com/office/drawing/2014/main" id="{FBCFD445-85AF-3767-FDF0-08201D9DD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1576" y="5599113"/>
              <a:ext cx="765176" cy="266700"/>
            </a:xfrm>
            <a:custGeom>
              <a:avLst/>
              <a:gdLst>
                <a:gd name="T0" fmla="*/ 120 w 240"/>
                <a:gd name="T1" fmla="*/ 84 h 84"/>
                <a:gd name="T2" fmla="*/ 0 w 240"/>
                <a:gd name="T3" fmla="*/ 4 h 84"/>
                <a:gd name="T4" fmla="*/ 4 w 240"/>
                <a:gd name="T5" fmla="*/ 0 h 84"/>
                <a:gd name="T6" fmla="*/ 8 w 240"/>
                <a:gd name="T7" fmla="*/ 4 h 84"/>
                <a:gd name="T8" fmla="*/ 120 w 240"/>
                <a:gd name="T9" fmla="*/ 76 h 84"/>
                <a:gd name="T10" fmla="*/ 232 w 240"/>
                <a:gd name="T11" fmla="*/ 4 h 84"/>
                <a:gd name="T12" fmla="*/ 236 w 240"/>
                <a:gd name="T13" fmla="*/ 0 h 84"/>
                <a:gd name="T14" fmla="*/ 240 w 240"/>
                <a:gd name="T15" fmla="*/ 4 h 84"/>
                <a:gd name="T16" fmla="*/ 120 w 240"/>
                <a:gd name="T1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84">
                  <a:moveTo>
                    <a:pt x="120" y="84"/>
                  </a:moveTo>
                  <a:cubicBezTo>
                    <a:pt x="37" y="84"/>
                    <a:pt x="0" y="23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9"/>
                    <a:pt x="43" y="76"/>
                    <a:pt x="120" y="76"/>
                  </a:cubicBezTo>
                  <a:cubicBezTo>
                    <a:pt x="197" y="76"/>
                    <a:pt x="232" y="19"/>
                    <a:pt x="232" y="4"/>
                  </a:cubicBezTo>
                  <a:cubicBezTo>
                    <a:pt x="232" y="2"/>
                    <a:pt x="234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23"/>
                    <a:pt x="203" y="84"/>
                    <a:pt x="120" y="84"/>
                  </a:cubicBezTo>
                  <a:close/>
                </a:path>
              </a:pathLst>
            </a:custGeom>
            <a:grpFill/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8" name="Freeform 834">
              <a:extLst>
                <a:ext uri="{FF2B5EF4-FFF2-40B4-BE49-F238E27FC236}">
                  <a16:creationId xmlns:a16="http://schemas.microsoft.com/office/drawing/2014/main" id="{440E113C-C70D-3338-5CA7-C6602F5810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1764" y="5459413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8309C89-C610-FACF-4D12-E6412DE84EDA}"/>
              </a:ext>
            </a:extLst>
          </p:cNvPr>
          <p:cNvGrpSpPr>
            <a:grpSpLocks noChangeAspect="1"/>
          </p:cNvGrpSpPr>
          <p:nvPr/>
        </p:nvGrpSpPr>
        <p:grpSpPr>
          <a:xfrm>
            <a:off x="10975122" y="4379193"/>
            <a:ext cx="528619" cy="635104"/>
            <a:chOff x="2808759" y="4097951"/>
            <a:chExt cx="269890" cy="324256"/>
          </a:xfrm>
          <a:solidFill>
            <a:schemeClr val="bg1"/>
          </a:solidFill>
        </p:grpSpPr>
        <p:sp>
          <p:nvSpPr>
            <p:cNvPr id="10" name="Freeform 905">
              <a:extLst>
                <a:ext uri="{FF2B5EF4-FFF2-40B4-BE49-F238E27FC236}">
                  <a16:creationId xmlns:a16="http://schemas.microsoft.com/office/drawing/2014/main" id="{1A77D8A1-4E8B-E78A-6999-650C52F14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759" y="4131606"/>
              <a:ext cx="10355" cy="290601"/>
            </a:xfrm>
            <a:custGeom>
              <a:avLst/>
              <a:gdLst>
                <a:gd name="T0" fmla="*/ 4 w 8"/>
                <a:gd name="T1" fmla="*/ 224 h 224"/>
                <a:gd name="T2" fmla="*/ 0 w 8"/>
                <a:gd name="T3" fmla="*/ 220 h 224"/>
                <a:gd name="T4" fmla="*/ 0 w 8"/>
                <a:gd name="T5" fmla="*/ 4 h 224"/>
                <a:gd name="T6" fmla="*/ 4 w 8"/>
                <a:gd name="T7" fmla="*/ 0 h 224"/>
                <a:gd name="T8" fmla="*/ 8 w 8"/>
                <a:gd name="T9" fmla="*/ 4 h 224"/>
                <a:gd name="T10" fmla="*/ 8 w 8"/>
                <a:gd name="T11" fmla="*/ 220 h 224"/>
                <a:gd name="T12" fmla="*/ 4 w 8"/>
                <a:gd name="T13" fmla="*/ 224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24">
                  <a:moveTo>
                    <a:pt x="4" y="224"/>
                  </a:moveTo>
                  <a:cubicBezTo>
                    <a:pt x="2" y="224"/>
                    <a:pt x="0" y="222"/>
                    <a:pt x="0" y="22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20"/>
                    <a:pt x="8" y="220"/>
                    <a:pt x="8" y="220"/>
                  </a:cubicBezTo>
                  <a:cubicBezTo>
                    <a:pt x="8" y="222"/>
                    <a:pt x="6" y="224"/>
                    <a:pt x="4" y="2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1" name="Freeform 907">
              <a:extLst>
                <a:ext uri="{FF2B5EF4-FFF2-40B4-BE49-F238E27FC236}">
                  <a16:creationId xmlns:a16="http://schemas.microsoft.com/office/drawing/2014/main" id="{460F1A68-D303-11C6-8FF2-9E4F2BBFD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294" y="4110895"/>
              <a:ext cx="10355" cy="148213"/>
            </a:xfrm>
            <a:custGeom>
              <a:avLst/>
              <a:gdLst>
                <a:gd name="T0" fmla="*/ 4 w 8"/>
                <a:gd name="T1" fmla="*/ 114 h 114"/>
                <a:gd name="T2" fmla="*/ 0 w 8"/>
                <a:gd name="T3" fmla="*/ 110 h 114"/>
                <a:gd name="T4" fmla="*/ 0 w 8"/>
                <a:gd name="T5" fmla="*/ 4 h 114"/>
                <a:gd name="T6" fmla="*/ 4 w 8"/>
                <a:gd name="T7" fmla="*/ 0 h 114"/>
                <a:gd name="T8" fmla="*/ 8 w 8"/>
                <a:gd name="T9" fmla="*/ 4 h 114"/>
                <a:gd name="T10" fmla="*/ 8 w 8"/>
                <a:gd name="T11" fmla="*/ 110 h 114"/>
                <a:gd name="T12" fmla="*/ 4 w 8"/>
                <a:gd name="T13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14">
                  <a:moveTo>
                    <a:pt x="4" y="114"/>
                  </a:moveTo>
                  <a:cubicBezTo>
                    <a:pt x="2" y="114"/>
                    <a:pt x="0" y="112"/>
                    <a:pt x="0" y="11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8" y="112"/>
                    <a:pt x="6" y="114"/>
                    <a:pt x="4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2" name="Freeform 908">
              <a:extLst>
                <a:ext uri="{FF2B5EF4-FFF2-40B4-BE49-F238E27FC236}">
                  <a16:creationId xmlns:a16="http://schemas.microsoft.com/office/drawing/2014/main" id="{34F89261-4501-1003-6D4B-F41AA6B32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759" y="4235808"/>
              <a:ext cx="269890" cy="55661"/>
            </a:xfrm>
            <a:custGeom>
              <a:avLst/>
              <a:gdLst>
                <a:gd name="T0" fmla="*/ 150 w 208"/>
                <a:gd name="T1" fmla="*/ 40 h 43"/>
                <a:gd name="T2" fmla="*/ 93 w 208"/>
                <a:gd name="T3" fmla="*/ 28 h 43"/>
                <a:gd name="T4" fmla="*/ 7 w 208"/>
                <a:gd name="T5" fmla="*/ 32 h 43"/>
                <a:gd name="T6" fmla="*/ 1 w 208"/>
                <a:gd name="T7" fmla="*/ 32 h 43"/>
                <a:gd name="T8" fmla="*/ 1 w 208"/>
                <a:gd name="T9" fmla="*/ 26 h 43"/>
                <a:gd name="T10" fmla="*/ 95 w 208"/>
                <a:gd name="T11" fmla="*/ 20 h 43"/>
                <a:gd name="T12" fmla="*/ 201 w 208"/>
                <a:gd name="T13" fmla="*/ 11 h 43"/>
                <a:gd name="T14" fmla="*/ 207 w 208"/>
                <a:gd name="T15" fmla="*/ 11 h 43"/>
                <a:gd name="T16" fmla="*/ 207 w 208"/>
                <a:gd name="T17" fmla="*/ 17 h 43"/>
                <a:gd name="T18" fmla="*/ 150 w 208"/>
                <a:gd name="T19" fmla="*/ 4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43">
                  <a:moveTo>
                    <a:pt x="150" y="40"/>
                  </a:moveTo>
                  <a:cubicBezTo>
                    <a:pt x="130" y="40"/>
                    <a:pt x="111" y="34"/>
                    <a:pt x="93" y="28"/>
                  </a:cubicBezTo>
                  <a:cubicBezTo>
                    <a:pt x="60" y="18"/>
                    <a:pt x="31" y="9"/>
                    <a:pt x="7" y="32"/>
                  </a:cubicBezTo>
                  <a:cubicBezTo>
                    <a:pt x="5" y="33"/>
                    <a:pt x="3" y="33"/>
                    <a:pt x="1" y="32"/>
                  </a:cubicBezTo>
                  <a:cubicBezTo>
                    <a:pt x="0" y="30"/>
                    <a:pt x="0" y="27"/>
                    <a:pt x="1" y="26"/>
                  </a:cubicBezTo>
                  <a:cubicBezTo>
                    <a:pt x="29" y="0"/>
                    <a:pt x="63" y="10"/>
                    <a:pt x="95" y="20"/>
                  </a:cubicBezTo>
                  <a:cubicBezTo>
                    <a:pt x="130" y="32"/>
                    <a:pt x="167" y="43"/>
                    <a:pt x="201" y="11"/>
                  </a:cubicBezTo>
                  <a:cubicBezTo>
                    <a:pt x="203" y="9"/>
                    <a:pt x="205" y="9"/>
                    <a:pt x="207" y="11"/>
                  </a:cubicBezTo>
                  <a:cubicBezTo>
                    <a:pt x="208" y="13"/>
                    <a:pt x="208" y="15"/>
                    <a:pt x="207" y="17"/>
                  </a:cubicBezTo>
                  <a:cubicBezTo>
                    <a:pt x="188" y="34"/>
                    <a:pt x="169" y="40"/>
                    <a:pt x="15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3" name="Freeform 909">
              <a:extLst>
                <a:ext uri="{FF2B5EF4-FFF2-40B4-BE49-F238E27FC236}">
                  <a16:creationId xmlns:a16="http://schemas.microsoft.com/office/drawing/2014/main" id="{D8C3C099-88CE-8502-C387-1E138C3A0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759" y="4097951"/>
              <a:ext cx="269890" cy="57603"/>
            </a:xfrm>
            <a:custGeom>
              <a:avLst/>
              <a:gdLst>
                <a:gd name="T0" fmla="*/ 150 w 208"/>
                <a:gd name="T1" fmla="*/ 41 h 44"/>
                <a:gd name="T2" fmla="*/ 93 w 208"/>
                <a:gd name="T3" fmla="*/ 29 h 44"/>
                <a:gd name="T4" fmla="*/ 7 w 208"/>
                <a:gd name="T5" fmla="*/ 32 h 44"/>
                <a:gd name="T6" fmla="*/ 1 w 208"/>
                <a:gd name="T7" fmla="*/ 32 h 44"/>
                <a:gd name="T8" fmla="*/ 1 w 208"/>
                <a:gd name="T9" fmla="*/ 27 h 44"/>
                <a:gd name="T10" fmla="*/ 95 w 208"/>
                <a:gd name="T11" fmla="*/ 21 h 44"/>
                <a:gd name="T12" fmla="*/ 201 w 208"/>
                <a:gd name="T13" fmla="*/ 11 h 44"/>
                <a:gd name="T14" fmla="*/ 207 w 208"/>
                <a:gd name="T15" fmla="*/ 12 h 44"/>
                <a:gd name="T16" fmla="*/ 207 w 208"/>
                <a:gd name="T17" fmla="*/ 17 h 44"/>
                <a:gd name="T18" fmla="*/ 150 w 208"/>
                <a:gd name="T19" fmla="*/ 4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8" h="44">
                  <a:moveTo>
                    <a:pt x="150" y="41"/>
                  </a:moveTo>
                  <a:cubicBezTo>
                    <a:pt x="130" y="41"/>
                    <a:pt x="111" y="34"/>
                    <a:pt x="93" y="29"/>
                  </a:cubicBezTo>
                  <a:cubicBezTo>
                    <a:pt x="60" y="18"/>
                    <a:pt x="31" y="9"/>
                    <a:pt x="7" y="32"/>
                  </a:cubicBezTo>
                  <a:cubicBezTo>
                    <a:pt x="5" y="34"/>
                    <a:pt x="3" y="34"/>
                    <a:pt x="1" y="32"/>
                  </a:cubicBezTo>
                  <a:cubicBezTo>
                    <a:pt x="0" y="31"/>
                    <a:pt x="0" y="28"/>
                    <a:pt x="1" y="27"/>
                  </a:cubicBezTo>
                  <a:cubicBezTo>
                    <a:pt x="29" y="0"/>
                    <a:pt x="63" y="11"/>
                    <a:pt x="95" y="21"/>
                  </a:cubicBezTo>
                  <a:cubicBezTo>
                    <a:pt x="130" y="32"/>
                    <a:pt x="167" y="44"/>
                    <a:pt x="201" y="11"/>
                  </a:cubicBezTo>
                  <a:cubicBezTo>
                    <a:pt x="203" y="10"/>
                    <a:pt x="205" y="10"/>
                    <a:pt x="207" y="12"/>
                  </a:cubicBezTo>
                  <a:cubicBezTo>
                    <a:pt x="208" y="13"/>
                    <a:pt x="208" y="16"/>
                    <a:pt x="207" y="17"/>
                  </a:cubicBezTo>
                  <a:cubicBezTo>
                    <a:pt x="188" y="35"/>
                    <a:pt x="169" y="41"/>
                    <a:pt x="150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4C1CA006-9849-5131-23E2-6074FCAFB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22288047" y="6658200"/>
            <a:ext cx="2880000" cy="399600"/>
          </a:xfrm>
        </p:spPr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7</a:t>
            </a:fld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44BA648B-150C-8BD3-4069-46CF1BB11C94}"/>
              </a:ext>
            </a:extLst>
          </p:cNvPr>
          <p:cNvSpPr txBox="1">
            <a:spLocks/>
          </p:cNvSpPr>
          <p:nvPr/>
        </p:nvSpPr>
        <p:spPr>
          <a:xfrm>
            <a:off x="10843264" y="1659088"/>
            <a:ext cx="11446508" cy="194040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0" u="sng" dirty="0">
                <a:solidFill>
                  <a:schemeClr val="bg1"/>
                </a:solidFill>
                <a:latin typeface="Playfair Display" pitchFamily="2" charset="0"/>
              </a:rPr>
              <a:t>Problem &amp; Objective</a:t>
            </a:r>
            <a:endParaRPr lang="en-ID" sz="12000" u="sng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41E6E07A-4A1B-8A6A-79B3-FE50C53C8B10}"/>
              </a:ext>
            </a:extLst>
          </p:cNvPr>
          <p:cNvSpPr txBox="1">
            <a:spLocks/>
          </p:cNvSpPr>
          <p:nvPr/>
        </p:nvSpPr>
        <p:spPr>
          <a:xfrm>
            <a:off x="12070723" y="5365787"/>
            <a:ext cx="8845200" cy="961200"/>
          </a:xfrm>
          <a:prstGeom prst="rect">
            <a:avLst/>
          </a:prstGeom>
        </p:spPr>
        <p:txBody>
          <a:bodyPr>
            <a:noAutofit/>
          </a:bodyPr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bg1">
                    <a:lumMod val="8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University rankings, research output, and country education indicators are scattered across incompatible public sources, making it hard to compare institutions or track trends without manually reconciling spreadsheets.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AF66799-526A-2276-938D-35A72337B652}"/>
              </a:ext>
            </a:extLst>
          </p:cNvPr>
          <p:cNvSpPr txBox="1">
            <a:spLocks/>
          </p:cNvSpPr>
          <p:nvPr/>
        </p:nvSpPr>
        <p:spPr>
          <a:xfrm>
            <a:off x="12193587" y="4417643"/>
            <a:ext cx="5400000" cy="554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THE PROBLEM:</a:t>
            </a:r>
            <a:endParaRPr lang="en-ID" sz="3000" b="1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8" name="Text Placeholder 31">
            <a:extLst>
              <a:ext uri="{FF2B5EF4-FFF2-40B4-BE49-F238E27FC236}">
                <a16:creationId xmlns:a16="http://schemas.microsoft.com/office/drawing/2014/main" id="{FC36C656-F4E3-6F50-6336-C9C63815E95D}"/>
              </a:ext>
            </a:extLst>
          </p:cNvPr>
          <p:cNvSpPr txBox="1">
            <a:spLocks/>
          </p:cNvSpPr>
          <p:nvPr/>
        </p:nvSpPr>
        <p:spPr>
          <a:xfrm>
            <a:off x="12193587" y="7642792"/>
            <a:ext cx="5400000" cy="554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OUR OBJECTIVE:</a:t>
            </a:r>
            <a:endParaRPr lang="en-ID" sz="3000" b="1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endParaRPr lang="en-ID" b="1" dirty="0"/>
          </a:p>
        </p:txBody>
      </p:sp>
      <p:sp>
        <p:nvSpPr>
          <p:cNvPr id="19" name="Text Placeholder 32">
            <a:extLst>
              <a:ext uri="{FF2B5EF4-FFF2-40B4-BE49-F238E27FC236}">
                <a16:creationId xmlns:a16="http://schemas.microsoft.com/office/drawing/2014/main" id="{0D1A9869-A217-FD08-16EE-1751DDECF7C4}"/>
              </a:ext>
            </a:extLst>
          </p:cNvPr>
          <p:cNvSpPr txBox="1">
            <a:spLocks/>
          </p:cNvSpPr>
          <p:nvPr/>
        </p:nvSpPr>
        <p:spPr>
          <a:xfrm>
            <a:off x="12070723" y="8541403"/>
            <a:ext cx="8845200" cy="2462400"/>
          </a:xfrm>
          <a:prstGeom prst="rect">
            <a:avLst/>
          </a:prstGeom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57200">
              <a:lnSpc>
                <a:spcPct val="150000"/>
              </a:lnSpc>
              <a:spcBef>
                <a:spcPts val="0"/>
              </a:spcBef>
              <a:buSzPct val="130000"/>
              <a:defRPr/>
            </a:pPr>
            <a:r>
              <a:rPr lang="en-ID" sz="2000" dirty="0">
                <a:solidFill>
                  <a:schemeClr val="bg1">
                    <a:lumMod val="85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Turn four public datasets into one verified Tableau workbook, so university overview, research analytics, students analytics and country comparison can compare universities and countries with confidence.</a:t>
            </a:r>
          </a:p>
          <a:p>
            <a:pPr marL="342900" indent="-342900" defTabSz="457200">
              <a:lnSpc>
                <a:spcPct val="200000"/>
              </a:lnSpc>
              <a:spcBef>
                <a:spcPts val="0"/>
              </a:spcBef>
              <a:buSzPct val="130000"/>
              <a:defRPr/>
            </a:pPr>
            <a:endParaRPr lang="en-ID" sz="2000" dirty="0">
              <a:solidFill>
                <a:prstClr val="black">
                  <a:lumMod val="50000"/>
                  <a:lumOff val="50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342900" indent="-342900" defTabSz="457200">
              <a:lnSpc>
                <a:spcPct val="200000"/>
              </a:lnSpc>
              <a:spcBef>
                <a:spcPts val="0"/>
              </a:spcBef>
              <a:buSzPct val="130000"/>
              <a:defRPr/>
            </a:pPr>
            <a:endParaRPr lang="en-ID" sz="2000" dirty="0">
              <a:solidFill>
                <a:prstClr val="black">
                  <a:lumMod val="50000"/>
                  <a:lumOff val="50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342900" indent="-342900" defTabSz="457200">
              <a:lnSpc>
                <a:spcPct val="200000"/>
              </a:lnSpc>
              <a:spcBef>
                <a:spcPts val="0"/>
              </a:spcBef>
              <a:buSzPct val="130000"/>
              <a:defRPr/>
            </a:pPr>
            <a:endParaRPr lang="en-ID" sz="2000" dirty="0" err="1">
              <a:solidFill>
                <a:prstClr val="black">
                  <a:lumMod val="50000"/>
                  <a:lumOff val="50000"/>
                </a:prst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A93AFE2-F4C3-1D29-1920-AA269D6C6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24533">
            <a:off x="18403609" y="9110649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20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F6A24-4E4E-2ADD-5608-F4E22D9CA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rc 20">
            <a:extLst>
              <a:ext uri="{FF2B5EF4-FFF2-40B4-BE49-F238E27FC236}">
                <a16:creationId xmlns:a16="http://schemas.microsoft.com/office/drawing/2014/main" id="{D7CDDBE9-6CF0-2967-50FD-8549F9E86DEF}"/>
              </a:ext>
            </a:extLst>
          </p:cNvPr>
          <p:cNvSpPr/>
          <p:nvPr/>
        </p:nvSpPr>
        <p:spPr>
          <a:xfrm rot="16200000">
            <a:off x="-5667024" y="437842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82BBF62F-DDBD-4F19-4DD6-35963AAB9E17}"/>
              </a:ext>
            </a:extLst>
          </p:cNvPr>
          <p:cNvSpPr/>
          <p:nvPr/>
        </p:nvSpPr>
        <p:spPr>
          <a:xfrm rot="5400000">
            <a:off x="-5667025" y="397666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596184CD-2463-6F7D-6A78-9AFFFA107378}"/>
              </a:ext>
            </a:extLst>
          </p:cNvPr>
          <p:cNvSpPr>
            <a:spLocks/>
          </p:cNvSpPr>
          <p:nvPr/>
        </p:nvSpPr>
        <p:spPr bwMode="auto">
          <a:xfrm>
            <a:off x="-1141696" y="-259651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A409F0-A5EE-B9BF-B98B-CCAF11DB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8</a:t>
            </a:fld>
            <a:endParaRPr lang="en-ID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B388F12-69EA-F69F-E411-4AE98B438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8788" y="4213918"/>
            <a:ext cx="6762480" cy="5534294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Top Global Ranking, Total Universities, Average Overall Score, Total International Students Percentage, Avg. Faculty Student Ratio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Top University Rankings in 2024, Top University Rankings in 2025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Global University Distribution, Academic Reputation Analysis </a:t>
            </a:r>
          </a:p>
          <a:p>
            <a:pPr marL="514350" indent="-514350">
              <a:buFont typeface="+mj-lt"/>
              <a:buAutoNum type="romanUcPeriod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University Performance Trends, Institutional Comparison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CC47FF8-3D80-2336-1EC8-FC55E860FE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39954" y="2989018"/>
            <a:ext cx="3888000" cy="705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>
                <a:solidFill>
                  <a:srgbClr val="E8C4F2"/>
                </a:solidFill>
                <a:latin typeface="Aptos Light" panose="020B0004020202020204" pitchFamily="34" charset="0"/>
              </a:rPr>
              <a:t>University Overview:</a:t>
            </a:r>
            <a:endParaRPr lang="en-ID" sz="3000" u="sng" dirty="0">
              <a:solidFill>
                <a:srgbClr val="E8C4F2"/>
              </a:solidFill>
              <a:latin typeface="Aptos Light" panose="020B0004020202020204" pitchFamily="34" charset="0"/>
              <a:ea typeface="Inter" panose="020B05020300000000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E60A2F3-4B0F-CC9B-76EA-70B22612994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35900" y="14391578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THE 2024 plus WUR 2023 fallback, 918 universities with a verified research metric.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CDD834B-1789-BA5B-63F1-E17423FFE2A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5023363" y="14533175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WUR 2023, 812 universities, enrollment and diversity indicators.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37085FC-D6F1-D649-6044-8CD5CDD7153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6945191" y="545512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Bank EdStats, 33,450 rows, country level indicators by year.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B22C625-A900-12C0-50DF-6C3B67429A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60614" y="13752799"/>
            <a:ext cx="3888000" cy="705600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RESEARCH ANALYTICS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69256AA-08C9-DA8B-FE03-716210CA713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4998649" y="13894396"/>
            <a:ext cx="3888000" cy="705600"/>
          </a:xfrm>
        </p:spPr>
        <p:txBody>
          <a:bodyPr>
            <a:noAutofit/>
          </a:bodyPr>
          <a:lstStyle/>
          <a:p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STUDENT DATA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E2B02945-A5AE-3E31-1F7D-72DA62A701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6920477" y="-123068"/>
            <a:ext cx="3888000" cy="7056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COUNTRY COMPARISON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EE3425-784E-C4E1-B4D2-DC8E645A6E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50501" y="30699"/>
            <a:ext cx="8992800" cy="3787200"/>
          </a:xfrm>
        </p:spPr>
        <p:txBody>
          <a:bodyPr>
            <a:normAutofit/>
          </a:bodyPr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</a:t>
            </a:r>
            <a:r>
              <a:rPr lang="en-US" sz="12000" i="1" dirty="0">
                <a:solidFill>
                  <a:schemeClr val="bg1"/>
                </a:solidFill>
                <a:latin typeface="Playfair Display" pitchFamily="2" charset="0"/>
              </a:rPr>
              <a:t>Model</a:t>
            </a:r>
          </a:p>
          <a:p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6B15B507-40E9-D1CE-D4F8-E873FA2FAAD5}"/>
              </a:ext>
            </a:extLst>
          </p:cNvPr>
          <p:cNvSpPr>
            <a:spLocks/>
          </p:cNvSpPr>
          <p:nvPr/>
        </p:nvSpPr>
        <p:spPr bwMode="auto">
          <a:xfrm rot="3518126">
            <a:off x="5197886" y="5315608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8310D60F-73C7-4E00-A0F7-B1682959580F}"/>
              </a:ext>
            </a:extLst>
          </p:cNvPr>
          <p:cNvSpPr>
            <a:spLocks/>
          </p:cNvSpPr>
          <p:nvPr/>
        </p:nvSpPr>
        <p:spPr bwMode="auto">
          <a:xfrm rot="5400000">
            <a:off x="1620709" y="10961776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478D4771-1FDC-7060-F25F-9FB5C1ED2896}"/>
              </a:ext>
            </a:extLst>
          </p:cNvPr>
          <p:cNvSpPr>
            <a:spLocks/>
          </p:cNvSpPr>
          <p:nvPr/>
        </p:nvSpPr>
        <p:spPr bwMode="auto">
          <a:xfrm rot="5400000">
            <a:off x="-3061546" y="10961776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B57BCE7-F58D-2AE1-55DA-17952F685B9C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-2323196" y="11697783"/>
            <a:ext cx="922232" cy="913123"/>
            <a:chOff x="6383340" y="8029576"/>
            <a:chExt cx="765176" cy="762000"/>
          </a:xfrm>
          <a:solidFill>
            <a:schemeClr val="bg1"/>
          </a:solidFill>
        </p:grpSpPr>
        <p:sp>
          <p:nvSpPr>
            <p:cNvPr id="41" name="Freeform 918">
              <a:extLst>
                <a:ext uri="{FF2B5EF4-FFF2-40B4-BE49-F238E27FC236}">
                  <a16:creationId xmlns:a16="http://schemas.microsoft.com/office/drawing/2014/main" id="{5B8F43DB-176C-062A-1FA9-B5D56D6DE3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6528" y="8131176"/>
              <a:ext cx="560388" cy="558800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39" y="176"/>
                    <a:pt x="0" y="137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7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19">
              <a:extLst>
                <a:ext uri="{FF2B5EF4-FFF2-40B4-BE49-F238E27FC236}">
                  <a16:creationId xmlns:a16="http://schemas.microsoft.com/office/drawing/2014/main" id="{500C9637-5336-DE78-0145-BA5B99391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3528" y="8258176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920">
              <a:extLst>
                <a:ext uri="{FF2B5EF4-FFF2-40B4-BE49-F238E27FC236}">
                  <a16:creationId xmlns:a16="http://schemas.microsoft.com/office/drawing/2014/main" id="{0576011E-B770-EFAA-FDFE-C5193EAFD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228" y="8029576"/>
              <a:ext cx="25400" cy="762000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921">
              <a:extLst>
                <a:ext uri="{FF2B5EF4-FFF2-40B4-BE49-F238E27FC236}">
                  <a16:creationId xmlns:a16="http://schemas.microsoft.com/office/drawing/2014/main" id="{B4B9CD82-37DE-6A12-91C0-2F7CCEE6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40" y="8397876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B94D8D1-B189-38F1-3425-CC800B8C307D}"/>
              </a:ext>
            </a:extLst>
          </p:cNvPr>
          <p:cNvGrpSpPr>
            <a:grpSpLocks noChangeAspect="1"/>
          </p:cNvGrpSpPr>
          <p:nvPr/>
        </p:nvGrpSpPr>
        <p:grpSpPr>
          <a:xfrm>
            <a:off x="5776807" y="6051614"/>
            <a:ext cx="1241093" cy="913123"/>
            <a:chOff x="3692587" y="2316169"/>
            <a:chExt cx="1031882" cy="763588"/>
          </a:xfrm>
          <a:solidFill>
            <a:schemeClr val="bg1"/>
          </a:solidFill>
        </p:grpSpPr>
        <p:sp>
          <p:nvSpPr>
            <p:cNvPr id="46" name="Freeform 988">
              <a:extLst>
                <a:ext uri="{FF2B5EF4-FFF2-40B4-BE49-F238E27FC236}">
                  <a16:creationId xmlns:a16="http://schemas.microsoft.com/office/drawing/2014/main" id="{11D01AF2-3F6B-D1FB-F59F-894332797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876" y="2822582"/>
              <a:ext cx="763593" cy="257175"/>
            </a:xfrm>
            <a:custGeom>
              <a:avLst/>
              <a:gdLst>
                <a:gd name="T0" fmla="*/ 228 w 240"/>
                <a:gd name="T1" fmla="*/ 81 h 81"/>
                <a:gd name="T2" fmla="*/ 12 w 240"/>
                <a:gd name="T3" fmla="*/ 81 h 81"/>
                <a:gd name="T4" fmla="*/ 0 w 240"/>
                <a:gd name="T5" fmla="*/ 69 h 81"/>
                <a:gd name="T6" fmla="*/ 0 w 240"/>
                <a:gd name="T7" fmla="*/ 53 h 81"/>
                <a:gd name="T8" fmla="*/ 2 w 240"/>
                <a:gd name="T9" fmla="*/ 49 h 81"/>
                <a:gd name="T10" fmla="*/ 90 w 240"/>
                <a:gd name="T11" fmla="*/ 1 h 81"/>
                <a:gd name="T12" fmla="*/ 96 w 240"/>
                <a:gd name="T13" fmla="*/ 3 h 81"/>
                <a:gd name="T14" fmla="*/ 94 w 240"/>
                <a:gd name="T15" fmla="*/ 9 h 81"/>
                <a:gd name="T16" fmla="*/ 8 w 240"/>
                <a:gd name="T17" fmla="*/ 55 h 81"/>
                <a:gd name="T18" fmla="*/ 8 w 240"/>
                <a:gd name="T19" fmla="*/ 69 h 81"/>
                <a:gd name="T20" fmla="*/ 12 w 240"/>
                <a:gd name="T21" fmla="*/ 73 h 81"/>
                <a:gd name="T22" fmla="*/ 228 w 240"/>
                <a:gd name="T23" fmla="*/ 73 h 81"/>
                <a:gd name="T24" fmla="*/ 232 w 240"/>
                <a:gd name="T25" fmla="*/ 69 h 81"/>
                <a:gd name="T26" fmla="*/ 232 w 240"/>
                <a:gd name="T27" fmla="*/ 55 h 81"/>
                <a:gd name="T28" fmla="*/ 146 w 240"/>
                <a:gd name="T29" fmla="*/ 8 h 81"/>
                <a:gd name="T30" fmla="*/ 145 w 240"/>
                <a:gd name="T31" fmla="*/ 3 h 81"/>
                <a:gd name="T32" fmla="*/ 150 w 240"/>
                <a:gd name="T33" fmla="*/ 1 h 81"/>
                <a:gd name="T34" fmla="*/ 238 w 240"/>
                <a:gd name="T35" fmla="*/ 49 h 81"/>
                <a:gd name="T36" fmla="*/ 240 w 240"/>
                <a:gd name="T37" fmla="*/ 53 h 81"/>
                <a:gd name="T38" fmla="*/ 240 w 240"/>
                <a:gd name="T39" fmla="*/ 69 h 81"/>
                <a:gd name="T40" fmla="*/ 228 w 240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0" h="81">
                  <a:moveTo>
                    <a:pt x="228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5" y="1"/>
                    <a:pt x="96" y="3"/>
                  </a:cubicBezTo>
                  <a:cubicBezTo>
                    <a:pt x="97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228" y="73"/>
                    <a:pt x="228" y="73"/>
                    <a:pt x="228" y="73"/>
                  </a:cubicBezTo>
                  <a:cubicBezTo>
                    <a:pt x="230" y="73"/>
                    <a:pt x="232" y="71"/>
                    <a:pt x="232" y="69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4" y="7"/>
                    <a:pt x="144" y="5"/>
                    <a:pt x="145" y="3"/>
                  </a:cubicBezTo>
                  <a:cubicBezTo>
                    <a:pt x="146" y="1"/>
                    <a:pt x="148" y="0"/>
                    <a:pt x="150" y="1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9" y="50"/>
                    <a:pt x="240" y="52"/>
                    <a:pt x="240" y="53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6"/>
                    <a:pt x="235" y="81"/>
                    <a:pt x="22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989">
              <a:extLst>
                <a:ext uri="{FF2B5EF4-FFF2-40B4-BE49-F238E27FC236}">
                  <a16:creationId xmlns:a16="http://schemas.microsoft.com/office/drawing/2014/main" id="{2638C83C-F6AE-7CDE-63F6-45506F008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78" y="2316169"/>
              <a:ext cx="407991" cy="538163"/>
            </a:xfrm>
            <a:custGeom>
              <a:avLst/>
              <a:gdLst>
                <a:gd name="T0" fmla="*/ 92 w 128"/>
                <a:gd name="T1" fmla="*/ 168 h 169"/>
                <a:gd name="T2" fmla="*/ 89 w 128"/>
                <a:gd name="T3" fmla="*/ 166 h 169"/>
                <a:gd name="T4" fmla="*/ 90 w 128"/>
                <a:gd name="T5" fmla="*/ 161 h 169"/>
                <a:gd name="T6" fmla="*/ 120 w 128"/>
                <a:gd name="T7" fmla="*/ 95 h 169"/>
                <a:gd name="T8" fmla="*/ 120 w 128"/>
                <a:gd name="T9" fmla="*/ 50 h 169"/>
                <a:gd name="T10" fmla="*/ 64 w 128"/>
                <a:gd name="T11" fmla="*/ 8 h 169"/>
                <a:gd name="T12" fmla="*/ 64 w 128"/>
                <a:gd name="T13" fmla="*/ 8 h 169"/>
                <a:gd name="T14" fmla="*/ 8 w 128"/>
                <a:gd name="T15" fmla="*/ 50 h 169"/>
                <a:gd name="T16" fmla="*/ 8 w 128"/>
                <a:gd name="T17" fmla="*/ 95 h 169"/>
                <a:gd name="T18" fmla="*/ 38 w 128"/>
                <a:gd name="T19" fmla="*/ 161 h 169"/>
                <a:gd name="T20" fmla="*/ 39 w 128"/>
                <a:gd name="T21" fmla="*/ 166 h 169"/>
                <a:gd name="T22" fmla="*/ 34 w 128"/>
                <a:gd name="T23" fmla="*/ 167 h 169"/>
                <a:gd name="T24" fmla="*/ 0 w 128"/>
                <a:gd name="T25" fmla="*/ 95 h 169"/>
                <a:gd name="T26" fmla="*/ 0 w 128"/>
                <a:gd name="T27" fmla="*/ 50 h 169"/>
                <a:gd name="T28" fmla="*/ 0 w 128"/>
                <a:gd name="T29" fmla="*/ 49 h 169"/>
                <a:gd name="T30" fmla="*/ 64 w 128"/>
                <a:gd name="T31" fmla="*/ 0 h 169"/>
                <a:gd name="T32" fmla="*/ 64 w 128"/>
                <a:gd name="T33" fmla="*/ 0 h 169"/>
                <a:gd name="T34" fmla="*/ 128 w 128"/>
                <a:gd name="T35" fmla="*/ 49 h 169"/>
                <a:gd name="T36" fmla="*/ 128 w 128"/>
                <a:gd name="T37" fmla="*/ 50 h 169"/>
                <a:gd name="T38" fmla="*/ 128 w 128"/>
                <a:gd name="T39" fmla="*/ 95 h 169"/>
                <a:gd name="T40" fmla="*/ 94 w 128"/>
                <a:gd name="T41" fmla="*/ 167 h 169"/>
                <a:gd name="T42" fmla="*/ 92 w 128"/>
                <a:gd name="T4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169">
                  <a:moveTo>
                    <a:pt x="92" y="168"/>
                  </a:moveTo>
                  <a:cubicBezTo>
                    <a:pt x="91" y="168"/>
                    <a:pt x="90" y="167"/>
                    <a:pt x="89" y="166"/>
                  </a:cubicBezTo>
                  <a:cubicBezTo>
                    <a:pt x="88" y="164"/>
                    <a:pt x="88" y="162"/>
                    <a:pt x="90" y="161"/>
                  </a:cubicBezTo>
                  <a:cubicBezTo>
                    <a:pt x="120" y="143"/>
                    <a:pt x="120" y="96"/>
                    <a:pt x="120" y="95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16" y="25"/>
                    <a:pt x="87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9" y="142"/>
                    <a:pt x="38" y="161"/>
                  </a:cubicBezTo>
                  <a:cubicBezTo>
                    <a:pt x="40" y="162"/>
                    <a:pt x="41" y="164"/>
                    <a:pt x="39" y="166"/>
                  </a:cubicBezTo>
                  <a:cubicBezTo>
                    <a:pt x="38" y="168"/>
                    <a:pt x="36" y="169"/>
                    <a:pt x="34" y="167"/>
                  </a:cubicBezTo>
                  <a:cubicBezTo>
                    <a:pt x="1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0"/>
                    <a:pt x="124" y="25"/>
                    <a:pt x="128" y="49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7"/>
                    <a:pt x="128" y="147"/>
                    <a:pt x="94" y="167"/>
                  </a:cubicBezTo>
                  <a:cubicBezTo>
                    <a:pt x="94" y="168"/>
                    <a:pt x="93" y="168"/>
                    <a:pt x="92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990">
              <a:extLst>
                <a:ext uri="{FF2B5EF4-FFF2-40B4-BE49-F238E27FC236}">
                  <a16:creationId xmlns:a16="http://schemas.microsoft.com/office/drawing/2014/main" id="{63A4533B-CAA0-AE6C-44E8-C8395688A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87" y="2822582"/>
              <a:ext cx="306390" cy="257175"/>
            </a:xfrm>
            <a:custGeom>
              <a:avLst/>
              <a:gdLst>
                <a:gd name="T0" fmla="*/ 64 w 96"/>
                <a:gd name="T1" fmla="*/ 81 h 81"/>
                <a:gd name="T2" fmla="*/ 64 w 96"/>
                <a:gd name="T3" fmla="*/ 81 h 81"/>
                <a:gd name="T4" fmla="*/ 12 w 96"/>
                <a:gd name="T5" fmla="*/ 81 h 81"/>
                <a:gd name="T6" fmla="*/ 0 w 96"/>
                <a:gd name="T7" fmla="*/ 69 h 81"/>
                <a:gd name="T8" fmla="*/ 0 w 96"/>
                <a:gd name="T9" fmla="*/ 53 h 81"/>
                <a:gd name="T10" fmla="*/ 2 w 96"/>
                <a:gd name="T11" fmla="*/ 49 h 81"/>
                <a:gd name="T12" fmla="*/ 90 w 96"/>
                <a:gd name="T13" fmla="*/ 1 h 81"/>
                <a:gd name="T14" fmla="*/ 95 w 96"/>
                <a:gd name="T15" fmla="*/ 3 h 81"/>
                <a:gd name="T16" fmla="*/ 94 w 96"/>
                <a:gd name="T17" fmla="*/ 9 h 81"/>
                <a:gd name="T18" fmla="*/ 8 w 96"/>
                <a:gd name="T19" fmla="*/ 55 h 81"/>
                <a:gd name="T20" fmla="*/ 8 w 96"/>
                <a:gd name="T21" fmla="*/ 69 h 81"/>
                <a:gd name="T22" fmla="*/ 12 w 96"/>
                <a:gd name="T23" fmla="*/ 73 h 81"/>
                <a:gd name="T24" fmla="*/ 64 w 96"/>
                <a:gd name="T25" fmla="*/ 73 h 81"/>
                <a:gd name="T26" fmla="*/ 68 w 96"/>
                <a:gd name="T27" fmla="*/ 77 h 81"/>
                <a:gd name="T28" fmla="*/ 64 w 96"/>
                <a:gd name="T2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81">
                  <a:moveTo>
                    <a:pt x="64" y="81"/>
                  </a:moveTo>
                  <a:cubicBezTo>
                    <a:pt x="64" y="81"/>
                    <a:pt x="64" y="81"/>
                    <a:pt x="64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4" y="1"/>
                    <a:pt x="95" y="3"/>
                  </a:cubicBezTo>
                  <a:cubicBezTo>
                    <a:pt x="96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6" y="73"/>
                    <a:pt x="68" y="75"/>
                    <a:pt x="68" y="77"/>
                  </a:cubicBezTo>
                  <a:cubicBezTo>
                    <a:pt x="68" y="79"/>
                    <a:pt x="66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991">
              <a:extLst>
                <a:ext uri="{FF2B5EF4-FFF2-40B4-BE49-F238E27FC236}">
                  <a16:creationId xmlns:a16="http://schemas.microsoft.com/office/drawing/2014/main" id="{4DFF190E-0718-0762-7954-BC91A7E4B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388" y="2316169"/>
              <a:ext cx="284165" cy="534988"/>
            </a:xfrm>
            <a:custGeom>
              <a:avLst/>
              <a:gdLst>
                <a:gd name="T0" fmla="*/ 36 w 89"/>
                <a:gd name="T1" fmla="*/ 168 h 168"/>
                <a:gd name="T2" fmla="*/ 34 w 89"/>
                <a:gd name="T3" fmla="*/ 167 h 168"/>
                <a:gd name="T4" fmla="*/ 0 w 89"/>
                <a:gd name="T5" fmla="*/ 95 h 168"/>
                <a:gd name="T6" fmla="*/ 0 w 89"/>
                <a:gd name="T7" fmla="*/ 50 h 168"/>
                <a:gd name="T8" fmla="*/ 0 w 89"/>
                <a:gd name="T9" fmla="*/ 49 h 168"/>
                <a:gd name="T10" fmla="*/ 64 w 89"/>
                <a:gd name="T11" fmla="*/ 0 h 168"/>
                <a:gd name="T12" fmla="*/ 64 w 89"/>
                <a:gd name="T13" fmla="*/ 0 h 168"/>
                <a:gd name="T14" fmla="*/ 85 w 89"/>
                <a:gd name="T15" fmla="*/ 4 h 168"/>
                <a:gd name="T16" fmla="*/ 88 w 89"/>
                <a:gd name="T17" fmla="*/ 9 h 168"/>
                <a:gd name="T18" fmla="*/ 83 w 89"/>
                <a:gd name="T19" fmla="*/ 11 h 168"/>
                <a:gd name="T20" fmla="*/ 64 w 89"/>
                <a:gd name="T21" fmla="*/ 8 h 168"/>
                <a:gd name="T22" fmla="*/ 64 w 89"/>
                <a:gd name="T23" fmla="*/ 8 h 168"/>
                <a:gd name="T24" fmla="*/ 8 w 89"/>
                <a:gd name="T25" fmla="*/ 50 h 168"/>
                <a:gd name="T26" fmla="*/ 8 w 89"/>
                <a:gd name="T27" fmla="*/ 95 h 168"/>
                <a:gd name="T28" fmla="*/ 38 w 89"/>
                <a:gd name="T29" fmla="*/ 161 h 168"/>
                <a:gd name="T30" fmla="*/ 39 w 89"/>
                <a:gd name="T31" fmla="*/ 166 h 168"/>
                <a:gd name="T32" fmla="*/ 36 w 89"/>
                <a:gd name="T3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68">
                  <a:moveTo>
                    <a:pt x="36" y="168"/>
                  </a:moveTo>
                  <a:cubicBezTo>
                    <a:pt x="35" y="168"/>
                    <a:pt x="34" y="168"/>
                    <a:pt x="34" y="167"/>
                  </a:cubicBezTo>
                  <a:cubicBezTo>
                    <a:pt x="0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0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1" y="0"/>
                    <a:pt x="78" y="1"/>
                    <a:pt x="85" y="4"/>
                  </a:cubicBezTo>
                  <a:cubicBezTo>
                    <a:pt x="88" y="5"/>
                    <a:pt x="89" y="7"/>
                    <a:pt x="88" y="9"/>
                  </a:cubicBezTo>
                  <a:cubicBezTo>
                    <a:pt x="87" y="11"/>
                    <a:pt x="85" y="12"/>
                    <a:pt x="83" y="11"/>
                  </a:cubicBezTo>
                  <a:cubicBezTo>
                    <a:pt x="77" y="9"/>
                    <a:pt x="70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8" y="142"/>
                    <a:pt x="38" y="161"/>
                  </a:cubicBezTo>
                  <a:cubicBezTo>
                    <a:pt x="40" y="162"/>
                    <a:pt x="40" y="164"/>
                    <a:pt x="39" y="166"/>
                  </a:cubicBezTo>
                  <a:cubicBezTo>
                    <a:pt x="38" y="167"/>
                    <a:pt x="37" y="168"/>
                    <a:pt x="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C905BCE-D80A-75E2-AC7A-AC298D67A793}"/>
              </a:ext>
            </a:extLst>
          </p:cNvPr>
          <p:cNvGrpSpPr>
            <a:grpSpLocks noChangeAspect="1"/>
          </p:cNvGrpSpPr>
          <p:nvPr/>
        </p:nvGrpSpPr>
        <p:grpSpPr>
          <a:xfrm>
            <a:off x="-243428" y="476356"/>
            <a:ext cx="602395" cy="913123"/>
            <a:chOff x="2768682" y="-1625593"/>
            <a:chExt cx="484189" cy="738188"/>
          </a:xfrm>
          <a:solidFill>
            <a:schemeClr val="bg1"/>
          </a:solidFill>
        </p:grpSpPr>
        <p:sp>
          <p:nvSpPr>
            <p:cNvPr id="51" name="Freeform 1330">
              <a:extLst>
                <a:ext uri="{FF2B5EF4-FFF2-40B4-BE49-F238E27FC236}">
                  <a16:creationId xmlns:a16="http://schemas.microsoft.com/office/drawing/2014/main" id="{55FBD245-7269-8FBA-B859-72888FD0E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632" y="-1187442"/>
              <a:ext cx="47625" cy="84138"/>
            </a:xfrm>
            <a:custGeom>
              <a:avLst/>
              <a:gdLst>
                <a:gd name="T0" fmla="*/ 10 w 15"/>
                <a:gd name="T1" fmla="*/ 26 h 26"/>
                <a:gd name="T2" fmla="*/ 10 w 15"/>
                <a:gd name="T3" fmla="*/ 26 h 26"/>
                <a:gd name="T4" fmla="*/ 6 w 15"/>
                <a:gd name="T5" fmla="*/ 22 h 26"/>
                <a:gd name="T6" fmla="*/ 6 w 15"/>
                <a:gd name="T7" fmla="*/ 22 h 26"/>
                <a:gd name="T8" fmla="*/ 2 w 15"/>
                <a:gd name="T9" fmla="*/ 8 h 26"/>
                <a:gd name="T10" fmla="*/ 2 w 15"/>
                <a:gd name="T11" fmla="*/ 2 h 26"/>
                <a:gd name="T12" fmla="*/ 8 w 15"/>
                <a:gd name="T13" fmla="*/ 2 h 26"/>
                <a:gd name="T14" fmla="*/ 14 w 15"/>
                <a:gd name="T15" fmla="*/ 23 h 26"/>
                <a:gd name="T16" fmla="*/ 10 w 15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7" y="26"/>
                    <a:pt x="6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19"/>
                    <a:pt x="6" y="11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5" y="9"/>
                    <a:pt x="14" y="22"/>
                    <a:pt x="14" y="23"/>
                  </a:cubicBezTo>
                  <a:cubicBezTo>
                    <a:pt x="14" y="25"/>
                    <a:pt x="12" y="26"/>
                    <a:pt x="1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331">
              <a:extLst>
                <a:ext uri="{FF2B5EF4-FFF2-40B4-BE49-F238E27FC236}">
                  <a16:creationId xmlns:a16="http://schemas.microsoft.com/office/drawing/2014/main" id="{0812F6DF-DAA3-2A38-6397-54D9819A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708" y="-1187442"/>
              <a:ext cx="47625" cy="84138"/>
            </a:xfrm>
            <a:custGeom>
              <a:avLst/>
              <a:gdLst>
                <a:gd name="T0" fmla="*/ 5 w 15"/>
                <a:gd name="T1" fmla="*/ 26 h 26"/>
                <a:gd name="T2" fmla="*/ 1 w 15"/>
                <a:gd name="T3" fmla="*/ 23 h 26"/>
                <a:gd name="T4" fmla="*/ 8 w 15"/>
                <a:gd name="T5" fmla="*/ 2 h 26"/>
                <a:gd name="T6" fmla="*/ 13 w 15"/>
                <a:gd name="T7" fmla="*/ 2 h 26"/>
                <a:gd name="T8" fmla="*/ 13 w 15"/>
                <a:gd name="T9" fmla="*/ 8 h 26"/>
                <a:gd name="T10" fmla="*/ 9 w 15"/>
                <a:gd name="T11" fmla="*/ 22 h 26"/>
                <a:gd name="T12" fmla="*/ 5 w 15"/>
                <a:gd name="T13" fmla="*/ 26 h 26"/>
                <a:gd name="T14" fmla="*/ 5 w 15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6"/>
                    <a:pt x="1" y="25"/>
                    <a:pt x="1" y="23"/>
                  </a:cubicBezTo>
                  <a:cubicBezTo>
                    <a:pt x="1" y="21"/>
                    <a:pt x="0" y="9"/>
                    <a:pt x="8" y="2"/>
                  </a:cubicBezTo>
                  <a:cubicBezTo>
                    <a:pt x="9" y="0"/>
                    <a:pt x="12" y="1"/>
                    <a:pt x="13" y="2"/>
                  </a:cubicBezTo>
                  <a:cubicBezTo>
                    <a:pt x="15" y="4"/>
                    <a:pt x="15" y="6"/>
                    <a:pt x="13" y="8"/>
                  </a:cubicBezTo>
                  <a:cubicBezTo>
                    <a:pt x="9" y="11"/>
                    <a:pt x="9" y="19"/>
                    <a:pt x="9" y="22"/>
                  </a:cubicBezTo>
                  <a:cubicBezTo>
                    <a:pt x="9" y="24"/>
                    <a:pt x="8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332">
              <a:extLst>
                <a:ext uri="{FF2B5EF4-FFF2-40B4-BE49-F238E27FC236}">
                  <a16:creationId xmlns:a16="http://schemas.microsoft.com/office/drawing/2014/main" id="{9BA4DABE-F0E4-01AA-7B71-053200FA1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82" y="-1625593"/>
              <a:ext cx="254001" cy="468313"/>
            </a:xfrm>
            <a:custGeom>
              <a:avLst/>
              <a:gdLst>
                <a:gd name="T0" fmla="*/ 39 w 80"/>
                <a:gd name="T1" fmla="*/ 147 h 147"/>
                <a:gd name="T2" fmla="*/ 36 w 80"/>
                <a:gd name="T3" fmla="*/ 146 h 147"/>
                <a:gd name="T4" fmla="*/ 0 w 80"/>
                <a:gd name="T5" fmla="*/ 79 h 147"/>
                <a:gd name="T6" fmla="*/ 76 w 80"/>
                <a:gd name="T7" fmla="*/ 0 h 147"/>
                <a:gd name="T8" fmla="*/ 80 w 80"/>
                <a:gd name="T9" fmla="*/ 4 h 147"/>
                <a:gd name="T10" fmla="*/ 76 w 80"/>
                <a:gd name="T11" fmla="*/ 8 h 147"/>
                <a:gd name="T12" fmla="*/ 8 w 80"/>
                <a:gd name="T13" fmla="*/ 79 h 147"/>
                <a:gd name="T14" fmla="*/ 41 w 80"/>
                <a:gd name="T15" fmla="*/ 140 h 147"/>
                <a:gd name="T16" fmla="*/ 42 w 80"/>
                <a:gd name="T17" fmla="*/ 145 h 147"/>
                <a:gd name="T18" fmla="*/ 39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39" y="147"/>
                  </a:moveTo>
                  <a:cubicBezTo>
                    <a:pt x="38" y="147"/>
                    <a:pt x="37" y="147"/>
                    <a:pt x="36" y="146"/>
                  </a:cubicBezTo>
                  <a:cubicBezTo>
                    <a:pt x="13" y="128"/>
                    <a:pt x="0" y="105"/>
                    <a:pt x="0" y="79"/>
                  </a:cubicBezTo>
                  <a:cubicBezTo>
                    <a:pt x="0" y="35"/>
                    <a:pt x="34" y="0"/>
                    <a:pt x="76" y="0"/>
                  </a:cubicBezTo>
                  <a:cubicBezTo>
                    <a:pt x="78" y="0"/>
                    <a:pt x="80" y="2"/>
                    <a:pt x="80" y="4"/>
                  </a:cubicBezTo>
                  <a:cubicBezTo>
                    <a:pt x="80" y="6"/>
                    <a:pt x="78" y="8"/>
                    <a:pt x="76" y="8"/>
                  </a:cubicBezTo>
                  <a:cubicBezTo>
                    <a:pt x="39" y="8"/>
                    <a:pt x="8" y="40"/>
                    <a:pt x="8" y="79"/>
                  </a:cubicBezTo>
                  <a:cubicBezTo>
                    <a:pt x="8" y="109"/>
                    <a:pt x="26" y="128"/>
                    <a:pt x="41" y="140"/>
                  </a:cubicBezTo>
                  <a:cubicBezTo>
                    <a:pt x="43" y="141"/>
                    <a:pt x="43" y="143"/>
                    <a:pt x="42" y="145"/>
                  </a:cubicBezTo>
                  <a:cubicBezTo>
                    <a:pt x="41" y="146"/>
                    <a:pt x="40" y="147"/>
                    <a:pt x="39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333">
              <a:extLst>
                <a:ext uri="{FF2B5EF4-FFF2-40B4-BE49-F238E27FC236}">
                  <a16:creationId xmlns:a16="http://schemas.microsoft.com/office/drawing/2014/main" id="{D897F12A-476A-15A1-B8A1-59AB021E6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625593"/>
              <a:ext cx="255588" cy="468313"/>
            </a:xfrm>
            <a:custGeom>
              <a:avLst/>
              <a:gdLst>
                <a:gd name="T0" fmla="*/ 41 w 80"/>
                <a:gd name="T1" fmla="*/ 147 h 147"/>
                <a:gd name="T2" fmla="*/ 38 w 80"/>
                <a:gd name="T3" fmla="*/ 145 h 147"/>
                <a:gd name="T4" fmla="*/ 39 w 80"/>
                <a:gd name="T5" fmla="*/ 140 h 147"/>
                <a:gd name="T6" fmla="*/ 72 w 80"/>
                <a:gd name="T7" fmla="*/ 79 h 147"/>
                <a:gd name="T8" fmla="*/ 4 w 80"/>
                <a:gd name="T9" fmla="*/ 8 h 147"/>
                <a:gd name="T10" fmla="*/ 0 w 80"/>
                <a:gd name="T11" fmla="*/ 4 h 147"/>
                <a:gd name="T12" fmla="*/ 4 w 80"/>
                <a:gd name="T13" fmla="*/ 0 h 147"/>
                <a:gd name="T14" fmla="*/ 80 w 80"/>
                <a:gd name="T15" fmla="*/ 79 h 147"/>
                <a:gd name="T16" fmla="*/ 44 w 80"/>
                <a:gd name="T17" fmla="*/ 146 h 147"/>
                <a:gd name="T18" fmla="*/ 41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41" y="147"/>
                  </a:moveTo>
                  <a:cubicBezTo>
                    <a:pt x="40" y="147"/>
                    <a:pt x="39" y="146"/>
                    <a:pt x="38" y="145"/>
                  </a:cubicBezTo>
                  <a:cubicBezTo>
                    <a:pt x="37" y="143"/>
                    <a:pt x="37" y="141"/>
                    <a:pt x="39" y="140"/>
                  </a:cubicBezTo>
                  <a:cubicBezTo>
                    <a:pt x="54" y="128"/>
                    <a:pt x="72" y="109"/>
                    <a:pt x="72" y="79"/>
                  </a:cubicBezTo>
                  <a:cubicBezTo>
                    <a:pt x="72" y="40"/>
                    <a:pt x="41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6" y="0"/>
                    <a:pt x="80" y="35"/>
                    <a:pt x="80" y="79"/>
                  </a:cubicBezTo>
                  <a:cubicBezTo>
                    <a:pt x="80" y="105"/>
                    <a:pt x="67" y="128"/>
                    <a:pt x="44" y="146"/>
                  </a:cubicBezTo>
                  <a:cubicBezTo>
                    <a:pt x="43" y="147"/>
                    <a:pt x="42" y="147"/>
                    <a:pt x="4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334">
              <a:extLst>
                <a:ext uri="{FF2B5EF4-FFF2-40B4-BE49-F238E27FC236}">
                  <a16:creationId xmlns:a16="http://schemas.microsoft.com/office/drawing/2014/main" id="{A75D9617-3D48-6076-8F42-6BDD83956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83" y="-1128705"/>
              <a:ext cx="127000" cy="241300"/>
            </a:xfrm>
            <a:custGeom>
              <a:avLst/>
              <a:gdLst>
                <a:gd name="T0" fmla="*/ 36 w 40"/>
                <a:gd name="T1" fmla="*/ 76 h 76"/>
                <a:gd name="T2" fmla="*/ 0 w 40"/>
                <a:gd name="T3" fmla="*/ 49 h 76"/>
                <a:gd name="T4" fmla="*/ 0 w 40"/>
                <a:gd name="T5" fmla="*/ 48 h 76"/>
                <a:gd name="T6" fmla="*/ 0 w 40"/>
                <a:gd name="T7" fmla="*/ 4 h 76"/>
                <a:gd name="T8" fmla="*/ 4 w 40"/>
                <a:gd name="T9" fmla="*/ 0 h 76"/>
                <a:gd name="T10" fmla="*/ 8 w 40"/>
                <a:gd name="T11" fmla="*/ 4 h 76"/>
                <a:gd name="T12" fmla="*/ 8 w 40"/>
                <a:gd name="T13" fmla="*/ 48 h 76"/>
                <a:gd name="T14" fmla="*/ 36 w 40"/>
                <a:gd name="T15" fmla="*/ 68 h 76"/>
                <a:gd name="T16" fmla="*/ 40 w 40"/>
                <a:gd name="T17" fmla="*/ 72 h 76"/>
                <a:gd name="T18" fmla="*/ 36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36" y="76"/>
                  </a:moveTo>
                  <a:cubicBezTo>
                    <a:pt x="5" y="76"/>
                    <a:pt x="0" y="49"/>
                    <a:pt x="0" y="49"/>
                  </a:cubicBezTo>
                  <a:cubicBezTo>
                    <a:pt x="0" y="49"/>
                    <a:pt x="0" y="49"/>
                    <a:pt x="0" y="4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13" y="68"/>
                    <a:pt x="36" y="68"/>
                  </a:cubicBezTo>
                  <a:cubicBezTo>
                    <a:pt x="38" y="68"/>
                    <a:pt x="40" y="70"/>
                    <a:pt x="40" y="72"/>
                  </a:cubicBezTo>
                  <a:cubicBezTo>
                    <a:pt x="40" y="74"/>
                    <a:pt x="38" y="76"/>
                    <a:pt x="3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1335">
              <a:extLst>
                <a:ext uri="{FF2B5EF4-FFF2-40B4-BE49-F238E27FC236}">
                  <a16:creationId xmlns:a16="http://schemas.microsoft.com/office/drawing/2014/main" id="{AF36E8C8-9573-6A3B-D678-0210FC0B9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128705"/>
              <a:ext cx="127000" cy="241300"/>
            </a:xfrm>
            <a:custGeom>
              <a:avLst/>
              <a:gdLst>
                <a:gd name="T0" fmla="*/ 4 w 40"/>
                <a:gd name="T1" fmla="*/ 76 h 76"/>
                <a:gd name="T2" fmla="*/ 0 w 40"/>
                <a:gd name="T3" fmla="*/ 72 h 76"/>
                <a:gd name="T4" fmla="*/ 4 w 40"/>
                <a:gd name="T5" fmla="*/ 68 h 76"/>
                <a:gd name="T6" fmla="*/ 32 w 40"/>
                <a:gd name="T7" fmla="*/ 48 h 76"/>
                <a:gd name="T8" fmla="*/ 32 w 40"/>
                <a:gd name="T9" fmla="*/ 4 h 76"/>
                <a:gd name="T10" fmla="*/ 36 w 40"/>
                <a:gd name="T11" fmla="*/ 0 h 76"/>
                <a:gd name="T12" fmla="*/ 40 w 40"/>
                <a:gd name="T13" fmla="*/ 4 h 76"/>
                <a:gd name="T14" fmla="*/ 40 w 40"/>
                <a:gd name="T15" fmla="*/ 48 h 76"/>
                <a:gd name="T16" fmla="*/ 40 w 40"/>
                <a:gd name="T17" fmla="*/ 49 h 76"/>
                <a:gd name="T18" fmla="*/ 4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4" y="76"/>
                  </a:moveTo>
                  <a:cubicBezTo>
                    <a:pt x="2" y="76"/>
                    <a:pt x="0" y="74"/>
                    <a:pt x="0" y="72"/>
                  </a:cubicBezTo>
                  <a:cubicBezTo>
                    <a:pt x="0" y="70"/>
                    <a:pt x="2" y="68"/>
                    <a:pt x="4" y="68"/>
                  </a:cubicBezTo>
                  <a:cubicBezTo>
                    <a:pt x="27" y="68"/>
                    <a:pt x="32" y="51"/>
                    <a:pt x="32" y="4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35" y="76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1336">
              <a:extLst>
                <a:ext uri="{FF2B5EF4-FFF2-40B4-BE49-F238E27FC236}">
                  <a16:creationId xmlns:a16="http://schemas.microsoft.com/office/drawing/2014/main" id="{560E28A1-521D-08F1-097A-B81BF18B4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507" y="-1093780"/>
              <a:ext cx="234951" cy="57150"/>
            </a:xfrm>
            <a:custGeom>
              <a:avLst/>
              <a:gdLst>
                <a:gd name="T0" fmla="*/ 38 w 74"/>
                <a:gd name="T1" fmla="*/ 17 h 18"/>
                <a:gd name="T2" fmla="*/ 3 w 74"/>
                <a:gd name="T3" fmla="*/ 8 h 18"/>
                <a:gd name="T4" fmla="*/ 2 w 74"/>
                <a:gd name="T5" fmla="*/ 3 h 18"/>
                <a:gd name="T6" fmla="*/ 7 w 74"/>
                <a:gd name="T7" fmla="*/ 1 h 18"/>
                <a:gd name="T8" fmla="*/ 67 w 74"/>
                <a:gd name="T9" fmla="*/ 1 h 18"/>
                <a:gd name="T10" fmla="*/ 72 w 74"/>
                <a:gd name="T11" fmla="*/ 3 h 18"/>
                <a:gd name="T12" fmla="*/ 71 w 74"/>
                <a:gd name="T13" fmla="*/ 8 h 18"/>
                <a:gd name="T14" fmla="*/ 38 w 74"/>
                <a:gd name="T15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8">
                  <a:moveTo>
                    <a:pt x="38" y="17"/>
                  </a:moveTo>
                  <a:cubicBezTo>
                    <a:pt x="19" y="17"/>
                    <a:pt x="4" y="9"/>
                    <a:pt x="3" y="8"/>
                  </a:cubicBezTo>
                  <a:cubicBezTo>
                    <a:pt x="1" y="7"/>
                    <a:pt x="0" y="5"/>
                    <a:pt x="2" y="3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7" y="2"/>
                    <a:pt x="38" y="18"/>
                    <a:pt x="67" y="1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74" y="5"/>
                    <a:pt x="73" y="7"/>
                    <a:pt x="71" y="8"/>
                  </a:cubicBezTo>
                  <a:cubicBezTo>
                    <a:pt x="60" y="15"/>
                    <a:pt x="48" y="17"/>
                    <a:pt x="3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49A4C6F-459B-2D17-92B2-1E8D7B7105F6}"/>
              </a:ext>
            </a:extLst>
          </p:cNvPr>
          <p:cNvGrpSpPr>
            <a:grpSpLocks noChangeAspect="1"/>
          </p:cNvGrpSpPr>
          <p:nvPr/>
        </p:nvGrpSpPr>
        <p:grpSpPr>
          <a:xfrm rot="637825">
            <a:off x="2326409" y="11875269"/>
            <a:ext cx="987531" cy="558149"/>
            <a:chOff x="-176142" y="-38090"/>
            <a:chExt cx="765178" cy="434975"/>
          </a:xfrm>
          <a:solidFill>
            <a:schemeClr val="bg1"/>
          </a:solidFill>
        </p:grpSpPr>
        <p:sp>
          <p:nvSpPr>
            <p:cNvPr id="59" name="Freeform 1342">
              <a:extLst>
                <a:ext uri="{FF2B5EF4-FFF2-40B4-BE49-F238E27FC236}">
                  <a16:creationId xmlns:a16="http://schemas.microsoft.com/office/drawing/2014/main" id="{470E72EF-4191-D2A9-6730-F9B97E236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97" y="15885"/>
              <a:ext cx="223838" cy="187325"/>
            </a:xfrm>
            <a:custGeom>
              <a:avLst/>
              <a:gdLst>
                <a:gd name="T0" fmla="*/ 5 w 70"/>
                <a:gd name="T1" fmla="*/ 59 h 59"/>
                <a:gd name="T2" fmla="*/ 2 w 70"/>
                <a:gd name="T3" fmla="*/ 58 h 59"/>
                <a:gd name="T4" fmla="*/ 2 w 70"/>
                <a:gd name="T5" fmla="*/ 52 h 59"/>
                <a:gd name="T6" fmla="*/ 63 w 70"/>
                <a:gd name="T7" fmla="*/ 1 h 59"/>
                <a:gd name="T8" fmla="*/ 68 w 70"/>
                <a:gd name="T9" fmla="*/ 1 h 59"/>
                <a:gd name="T10" fmla="*/ 68 w 70"/>
                <a:gd name="T11" fmla="*/ 7 h 59"/>
                <a:gd name="T12" fmla="*/ 7 w 70"/>
                <a:gd name="T13" fmla="*/ 58 h 59"/>
                <a:gd name="T14" fmla="*/ 5 w 70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59">
                  <a:moveTo>
                    <a:pt x="5" y="59"/>
                  </a:moveTo>
                  <a:cubicBezTo>
                    <a:pt x="3" y="59"/>
                    <a:pt x="2" y="59"/>
                    <a:pt x="2" y="58"/>
                  </a:cubicBezTo>
                  <a:cubicBezTo>
                    <a:pt x="0" y="56"/>
                    <a:pt x="0" y="53"/>
                    <a:pt x="2" y="52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4" y="0"/>
                    <a:pt x="67" y="0"/>
                    <a:pt x="68" y="1"/>
                  </a:cubicBezTo>
                  <a:cubicBezTo>
                    <a:pt x="70" y="3"/>
                    <a:pt x="70" y="6"/>
                    <a:pt x="68" y="7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6" y="59"/>
                    <a:pt x="6" y="59"/>
                    <a:pt x="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343">
              <a:extLst>
                <a:ext uri="{FF2B5EF4-FFF2-40B4-BE49-F238E27FC236}">
                  <a16:creationId xmlns:a16="http://schemas.microsoft.com/office/drawing/2014/main" id="{BF376571-4FA5-8E32-91B3-DB30407A4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7" y="114310"/>
              <a:ext cx="184151" cy="98425"/>
            </a:xfrm>
            <a:custGeom>
              <a:avLst/>
              <a:gdLst>
                <a:gd name="T0" fmla="*/ 54 w 58"/>
                <a:gd name="T1" fmla="*/ 31 h 31"/>
                <a:gd name="T2" fmla="*/ 52 w 58"/>
                <a:gd name="T3" fmla="*/ 30 h 31"/>
                <a:gd name="T4" fmla="*/ 3 w 58"/>
                <a:gd name="T5" fmla="*/ 8 h 31"/>
                <a:gd name="T6" fmla="*/ 1 w 58"/>
                <a:gd name="T7" fmla="*/ 3 h 31"/>
                <a:gd name="T8" fmla="*/ 7 w 58"/>
                <a:gd name="T9" fmla="*/ 1 h 31"/>
                <a:gd name="T10" fmla="*/ 55 w 58"/>
                <a:gd name="T11" fmla="*/ 23 h 31"/>
                <a:gd name="T12" fmla="*/ 57 w 58"/>
                <a:gd name="T13" fmla="*/ 28 h 31"/>
                <a:gd name="T14" fmla="*/ 54 w 58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1">
                  <a:moveTo>
                    <a:pt x="54" y="31"/>
                  </a:moveTo>
                  <a:cubicBezTo>
                    <a:pt x="53" y="31"/>
                    <a:pt x="53" y="31"/>
                    <a:pt x="52" y="3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7" y="24"/>
                    <a:pt x="58" y="26"/>
                    <a:pt x="57" y="28"/>
                  </a:cubicBezTo>
                  <a:cubicBezTo>
                    <a:pt x="57" y="30"/>
                    <a:pt x="55" y="31"/>
                    <a:pt x="5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1344">
              <a:extLst>
                <a:ext uri="{FF2B5EF4-FFF2-40B4-BE49-F238E27FC236}">
                  <a16:creationId xmlns:a16="http://schemas.microsoft.com/office/drawing/2014/main" id="{1ED14C29-CC7A-8A38-F151-6B28A557A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342" y="123835"/>
              <a:ext cx="198438" cy="219075"/>
            </a:xfrm>
            <a:custGeom>
              <a:avLst/>
              <a:gdLst>
                <a:gd name="T0" fmla="*/ 5 w 62"/>
                <a:gd name="T1" fmla="*/ 69 h 69"/>
                <a:gd name="T2" fmla="*/ 2 w 62"/>
                <a:gd name="T3" fmla="*/ 68 h 69"/>
                <a:gd name="T4" fmla="*/ 2 w 62"/>
                <a:gd name="T5" fmla="*/ 62 h 69"/>
                <a:gd name="T6" fmla="*/ 55 w 62"/>
                <a:gd name="T7" fmla="*/ 2 h 69"/>
                <a:gd name="T8" fmla="*/ 60 w 62"/>
                <a:gd name="T9" fmla="*/ 1 h 69"/>
                <a:gd name="T10" fmla="*/ 61 w 62"/>
                <a:gd name="T11" fmla="*/ 7 h 69"/>
                <a:gd name="T12" fmla="*/ 8 w 62"/>
                <a:gd name="T13" fmla="*/ 67 h 69"/>
                <a:gd name="T14" fmla="*/ 5 w 62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69">
                  <a:moveTo>
                    <a:pt x="5" y="69"/>
                  </a:moveTo>
                  <a:cubicBezTo>
                    <a:pt x="4" y="69"/>
                    <a:pt x="3" y="68"/>
                    <a:pt x="2" y="68"/>
                  </a:cubicBezTo>
                  <a:cubicBezTo>
                    <a:pt x="0" y="66"/>
                    <a:pt x="0" y="64"/>
                    <a:pt x="2" y="6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6" y="0"/>
                    <a:pt x="59" y="0"/>
                    <a:pt x="60" y="1"/>
                  </a:cubicBezTo>
                  <a:cubicBezTo>
                    <a:pt x="62" y="3"/>
                    <a:pt x="62" y="5"/>
                    <a:pt x="61" y="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8"/>
                    <a:pt x="6" y="69"/>
                    <a:pt x="5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1345">
              <a:extLst>
                <a:ext uri="{FF2B5EF4-FFF2-40B4-BE49-F238E27FC236}">
                  <a16:creationId xmlns:a16="http://schemas.microsoft.com/office/drawing/2014/main" id="{7138BACB-B7E0-7E1C-ECF6-AF6BFB7AFC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6142" y="3079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1346">
              <a:extLst>
                <a:ext uri="{FF2B5EF4-FFF2-40B4-BE49-F238E27FC236}">
                  <a16:creationId xmlns:a16="http://schemas.microsoft.com/office/drawing/2014/main" id="{24B3CD41-CC7A-562C-A8B4-A360B7BA8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9" y="66685"/>
              <a:ext cx="90488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1347">
              <a:extLst>
                <a:ext uri="{FF2B5EF4-FFF2-40B4-BE49-F238E27FC236}">
                  <a16:creationId xmlns:a16="http://schemas.microsoft.com/office/drawing/2014/main" id="{0094F16D-BD56-3104-D7B0-A1A74EBB5E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247" y="1682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1348">
              <a:extLst>
                <a:ext uri="{FF2B5EF4-FFF2-40B4-BE49-F238E27FC236}">
                  <a16:creationId xmlns:a16="http://schemas.microsoft.com/office/drawing/2014/main" id="{0475B180-3D88-88E3-5D23-55CBA31B08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136" y="-38090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02E717E-DC63-D0BB-947C-38EF5539B173}"/>
              </a:ext>
            </a:extLst>
          </p:cNvPr>
          <p:cNvGrpSpPr/>
          <p:nvPr/>
        </p:nvGrpSpPr>
        <p:grpSpPr>
          <a:xfrm>
            <a:off x="-3921948" y="2342330"/>
            <a:ext cx="8810624" cy="8828721"/>
            <a:chOff x="1132889" y="5525002"/>
            <a:chExt cx="2665997" cy="266599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CD6A2E-E46C-06A7-1E69-AC161D7BF29C}"/>
                </a:ext>
              </a:extLst>
            </p:cNvPr>
            <p:cNvSpPr/>
            <p:nvPr/>
          </p:nvSpPr>
          <p:spPr>
            <a:xfrm>
              <a:off x="1132889" y="5525002"/>
              <a:ext cx="2665997" cy="2665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EC8B43-8D23-7445-1A11-59F210F30803}"/>
                </a:ext>
              </a:extLst>
            </p:cNvPr>
            <p:cNvGrpSpPr/>
            <p:nvPr/>
          </p:nvGrpSpPr>
          <p:grpSpPr>
            <a:xfrm>
              <a:off x="1360821" y="5752934"/>
              <a:ext cx="2210133" cy="2210132"/>
              <a:chOff x="15014074" y="623254"/>
              <a:chExt cx="5170698" cy="5170696"/>
            </a:xfrm>
          </p:grpSpPr>
          <p:sp>
            <p:nvSpPr>
              <p:cNvPr id="8" name="Freeform: Shape 3142">
                <a:extLst>
                  <a:ext uri="{FF2B5EF4-FFF2-40B4-BE49-F238E27FC236}">
                    <a16:creationId xmlns:a16="http://schemas.microsoft.com/office/drawing/2014/main" id="{A529C6D7-30B6-CD4D-446E-9F42EF745FFC}"/>
                  </a:ext>
                </a:extLst>
              </p:cNvPr>
              <p:cNvSpPr/>
              <p:nvPr/>
            </p:nvSpPr>
            <p:spPr>
              <a:xfrm>
                <a:off x="15014074" y="623254"/>
                <a:ext cx="5170698" cy="51706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8" h="998">
                    <a:moveTo>
                      <a:pt x="998" y="499"/>
                    </a:moveTo>
                    <a:cubicBezTo>
                      <a:pt x="998" y="774"/>
                      <a:pt x="775" y="998"/>
                      <a:pt x="499" y="998"/>
                    </a:cubicBezTo>
                    <a:cubicBezTo>
                      <a:pt x="223" y="998"/>
                      <a:pt x="0" y="774"/>
                      <a:pt x="0" y="499"/>
                    </a:cubicBezTo>
                    <a:cubicBezTo>
                      <a:pt x="0" y="223"/>
                      <a:pt x="223" y="0"/>
                      <a:pt x="499" y="0"/>
                    </a:cubicBezTo>
                    <a:cubicBezTo>
                      <a:pt x="775" y="0"/>
                      <a:pt x="998" y="223"/>
                      <a:pt x="998" y="49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9B7C1B-1CDF-204D-FB9E-E787C6B2FB37}"/>
                  </a:ext>
                </a:extLst>
              </p:cNvPr>
              <p:cNvGrpSpPr/>
              <p:nvPr/>
            </p:nvGrpSpPr>
            <p:grpSpPr>
              <a:xfrm>
                <a:off x="15366757" y="623254"/>
                <a:ext cx="4812846" cy="4760982"/>
                <a:chOff x="9920359" y="5041467"/>
                <a:chExt cx="4812846" cy="4760982"/>
              </a:xfrm>
              <a:solidFill>
                <a:schemeClr val="bg1"/>
              </a:solidFill>
            </p:grpSpPr>
            <p:sp>
              <p:nvSpPr>
                <p:cNvPr id="10" name="Freeform: Shape 3143">
                  <a:extLst>
                    <a:ext uri="{FF2B5EF4-FFF2-40B4-BE49-F238E27FC236}">
                      <a16:creationId xmlns:a16="http://schemas.microsoft.com/office/drawing/2014/main" id="{4EFB133D-8007-0AAD-0919-51445F4922C0}"/>
                    </a:ext>
                  </a:extLst>
                </p:cNvPr>
                <p:cNvSpPr/>
                <p:nvPr/>
              </p:nvSpPr>
              <p:spPr>
                <a:xfrm>
                  <a:off x="12964692" y="5399333"/>
                  <a:ext cx="1768513" cy="434089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2" h="838">
                      <a:moveTo>
                        <a:pt x="342" y="430"/>
                      </a:moveTo>
                      <a:cubicBezTo>
                        <a:pt x="342" y="247"/>
                        <a:pt x="244" y="87"/>
                        <a:pt x="98" y="0"/>
                      </a:cubicBezTo>
                      <a:cubicBezTo>
                        <a:pt x="97" y="0"/>
                        <a:pt x="97" y="0"/>
                        <a:pt x="96" y="0"/>
                      </a:cubicBezTo>
                      <a:cubicBezTo>
                        <a:pt x="88" y="0"/>
                        <a:pt x="83" y="3"/>
                        <a:pt x="81" y="10"/>
                      </a:cubicBezTo>
                      <a:cubicBezTo>
                        <a:pt x="80" y="18"/>
                        <a:pt x="81" y="28"/>
                        <a:pt x="85" y="45"/>
                      </a:cubicBezTo>
                      <a:cubicBezTo>
                        <a:pt x="88" y="61"/>
                        <a:pt x="102" y="56"/>
                        <a:pt x="110" y="58"/>
                      </a:cubicBezTo>
                      <a:cubicBezTo>
                        <a:pt x="118" y="60"/>
                        <a:pt x="123" y="74"/>
                        <a:pt x="123" y="74"/>
                      </a:cubicBezTo>
                      <a:cubicBezTo>
                        <a:pt x="123" y="74"/>
                        <a:pt x="145" y="79"/>
                        <a:pt x="143" y="85"/>
                      </a:cubicBezTo>
                      <a:cubicBezTo>
                        <a:pt x="140" y="91"/>
                        <a:pt x="141" y="95"/>
                        <a:pt x="147" y="104"/>
                      </a:cubicBezTo>
                      <a:cubicBezTo>
                        <a:pt x="153" y="113"/>
                        <a:pt x="145" y="124"/>
                        <a:pt x="137" y="135"/>
                      </a:cubicBezTo>
                      <a:cubicBezTo>
                        <a:pt x="129" y="146"/>
                        <a:pt x="123" y="147"/>
                        <a:pt x="113" y="146"/>
                      </a:cubicBezTo>
                      <a:cubicBezTo>
                        <a:pt x="102" y="146"/>
                        <a:pt x="81" y="153"/>
                        <a:pt x="76" y="156"/>
                      </a:cubicBezTo>
                      <a:cubicBezTo>
                        <a:pt x="71" y="158"/>
                        <a:pt x="70" y="157"/>
                        <a:pt x="84" y="184"/>
                      </a:cubicBezTo>
                      <a:cubicBezTo>
                        <a:pt x="98" y="211"/>
                        <a:pt x="113" y="210"/>
                        <a:pt x="137" y="208"/>
                      </a:cubicBezTo>
                      <a:cubicBezTo>
                        <a:pt x="160" y="205"/>
                        <a:pt x="150" y="188"/>
                        <a:pt x="152" y="178"/>
                      </a:cubicBezTo>
                      <a:cubicBezTo>
                        <a:pt x="154" y="168"/>
                        <a:pt x="158" y="167"/>
                        <a:pt x="164" y="170"/>
                      </a:cubicBezTo>
                      <a:cubicBezTo>
                        <a:pt x="171" y="174"/>
                        <a:pt x="187" y="185"/>
                        <a:pt x="191" y="179"/>
                      </a:cubicBezTo>
                      <a:cubicBezTo>
                        <a:pt x="196" y="174"/>
                        <a:pt x="198" y="181"/>
                        <a:pt x="200" y="198"/>
                      </a:cubicBezTo>
                      <a:cubicBezTo>
                        <a:pt x="202" y="214"/>
                        <a:pt x="215" y="203"/>
                        <a:pt x="222" y="196"/>
                      </a:cubicBezTo>
                      <a:cubicBezTo>
                        <a:pt x="228" y="190"/>
                        <a:pt x="232" y="205"/>
                        <a:pt x="234" y="214"/>
                      </a:cubicBezTo>
                      <a:cubicBezTo>
                        <a:pt x="237" y="223"/>
                        <a:pt x="243" y="218"/>
                        <a:pt x="246" y="213"/>
                      </a:cubicBezTo>
                      <a:cubicBezTo>
                        <a:pt x="249" y="208"/>
                        <a:pt x="253" y="208"/>
                        <a:pt x="253" y="208"/>
                      </a:cubicBezTo>
                      <a:cubicBezTo>
                        <a:pt x="253" y="208"/>
                        <a:pt x="258" y="221"/>
                        <a:pt x="262" y="228"/>
                      </a:cubicBezTo>
                      <a:cubicBezTo>
                        <a:pt x="267" y="234"/>
                        <a:pt x="280" y="230"/>
                        <a:pt x="295" y="241"/>
                      </a:cubicBezTo>
                      <a:cubicBezTo>
                        <a:pt x="311" y="251"/>
                        <a:pt x="307" y="270"/>
                        <a:pt x="307" y="270"/>
                      </a:cubicBezTo>
                      <a:cubicBezTo>
                        <a:pt x="295" y="265"/>
                        <a:pt x="289" y="268"/>
                        <a:pt x="274" y="268"/>
                      </a:cubicBezTo>
                      <a:cubicBezTo>
                        <a:pt x="259" y="268"/>
                        <a:pt x="250" y="259"/>
                        <a:pt x="236" y="246"/>
                      </a:cubicBezTo>
                      <a:cubicBezTo>
                        <a:pt x="222" y="233"/>
                        <a:pt x="208" y="229"/>
                        <a:pt x="208" y="229"/>
                      </a:cubicBezTo>
                      <a:cubicBezTo>
                        <a:pt x="208" y="229"/>
                        <a:pt x="190" y="231"/>
                        <a:pt x="169" y="225"/>
                      </a:cubicBezTo>
                      <a:cubicBezTo>
                        <a:pt x="148" y="218"/>
                        <a:pt x="135" y="222"/>
                        <a:pt x="114" y="225"/>
                      </a:cubicBezTo>
                      <a:cubicBezTo>
                        <a:pt x="93" y="228"/>
                        <a:pt x="78" y="237"/>
                        <a:pt x="73" y="248"/>
                      </a:cubicBezTo>
                      <a:cubicBezTo>
                        <a:pt x="67" y="258"/>
                        <a:pt x="53" y="263"/>
                        <a:pt x="35" y="273"/>
                      </a:cubicBezTo>
                      <a:cubicBezTo>
                        <a:pt x="17" y="281"/>
                        <a:pt x="15" y="301"/>
                        <a:pt x="15" y="301"/>
                      </a:cubicBezTo>
                      <a:cubicBezTo>
                        <a:pt x="15" y="301"/>
                        <a:pt x="14" y="343"/>
                        <a:pt x="7" y="362"/>
                      </a:cubicBezTo>
                      <a:cubicBezTo>
                        <a:pt x="0" y="381"/>
                        <a:pt x="-9" y="400"/>
                        <a:pt x="18" y="439"/>
                      </a:cubicBezTo>
                      <a:cubicBezTo>
                        <a:pt x="45" y="476"/>
                        <a:pt x="87" y="490"/>
                        <a:pt x="104" y="490"/>
                      </a:cubicBezTo>
                      <a:cubicBezTo>
                        <a:pt x="121" y="488"/>
                        <a:pt x="148" y="485"/>
                        <a:pt x="157" y="490"/>
                      </a:cubicBezTo>
                      <a:cubicBezTo>
                        <a:pt x="166" y="494"/>
                        <a:pt x="167" y="502"/>
                        <a:pt x="175" y="497"/>
                      </a:cubicBezTo>
                      <a:cubicBezTo>
                        <a:pt x="183" y="492"/>
                        <a:pt x="187" y="492"/>
                        <a:pt x="192" y="508"/>
                      </a:cubicBezTo>
                      <a:cubicBezTo>
                        <a:pt x="196" y="525"/>
                        <a:pt x="182" y="551"/>
                        <a:pt x="182" y="551"/>
                      </a:cubicBezTo>
                      <a:cubicBezTo>
                        <a:pt x="182" y="551"/>
                        <a:pt x="167" y="550"/>
                        <a:pt x="182" y="595"/>
                      </a:cubicBezTo>
                      <a:cubicBezTo>
                        <a:pt x="197" y="640"/>
                        <a:pt x="175" y="657"/>
                        <a:pt x="163" y="668"/>
                      </a:cubicBezTo>
                      <a:cubicBezTo>
                        <a:pt x="151" y="680"/>
                        <a:pt x="143" y="701"/>
                        <a:pt x="149" y="728"/>
                      </a:cubicBezTo>
                      <a:cubicBezTo>
                        <a:pt x="154" y="755"/>
                        <a:pt x="139" y="777"/>
                        <a:pt x="125" y="804"/>
                      </a:cubicBezTo>
                      <a:cubicBezTo>
                        <a:pt x="111" y="831"/>
                        <a:pt x="125" y="838"/>
                        <a:pt x="125" y="838"/>
                      </a:cubicBezTo>
                      <a:cubicBezTo>
                        <a:pt x="153" y="823"/>
                        <a:pt x="205" y="772"/>
                        <a:pt x="232" y="742"/>
                      </a:cubicBezTo>
                      <a:cubicBezTo>
                        <a:pt x="248" y="722"/>
                        <a:pt x="262" y="702"/>
                        <a:pt x="275" y="680"/>
                      </a:cubicBezTo>
                      <a:cubicBezTo>
                        <a:pt x="286" y="659"/>
                        <a:pt x="299" y="632"/>
                        <a:pt x="313" y="597"/>
                      </a:cubicBezTo>
                      <a:cubicBezTo>
                        <a:pt x="332" y="545"/>
                        <a:pt x="342" y="488"/>
                        <a:pt x="342" y="43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 dirty="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" name="Freeform: Shape 3144">
                  <a:extLst>
                    <a:ext uri="{FF2B5EF4-FFF2-40B4-BE49-F238E27FC236}">
                      <a16:creationId xmlns:a16="http://schemas.microsoft.com/office/drawing/2014/main" id="{A580F11C-20F8-5F4C-E774-0538BCB6FE27}"/>
                    </a:ext>
                  </a:extLst>
                </p:cNvPr>
                <p:cNvSpPr/>
                <p:nvPr/>
              </p:nvSpPr>
              <p:spPr>
                <a:xfrm>
                  <a:off x="9920359" y="5041467"/>
                  <a:ext cx="2209344" cy="47609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27" h="919">
                      <a:moveTo>
                        <a:pt x="45" y="310"/>
                      </a:moveTo>
                      <a:cubicBezTo>
                        <a:pt x="45" y="310"/>
                        <a:pt x="41" y="322"/>
                        <a:pt x="43" y="332"/>
                      </a:cubicBezTo>
                      <a:cubicBezTo>
                        <a:pt x="44" y="341"/>
                        <a:pt x="57" y="342"/>
                        <a:pt x="57" y="342"/>
                      </a:cubicBezTo>
                      <a:cubicBezTo>
                        <a:pt x="57" y="342"/>
                        <a:pt x="58" y="374"/>
                        <a:pt x="72" y="383"/>
                      </a:cubicBezTo>
                      <a:cubicBezTo>
                        <a:pt x="86" y="391"/>
                        <a:pt x="89" y="401"/>
                        <a:pt x="92" y="417"/>
                      </a:cubicBezTo>
                      <a:cubicBezTo>
                        <a:pt x="95" y="432"/>
                        <a:pt x="71" y="453"/>
                        <a:pt x="60" y="477"/>
                      </a:cubicBezTo>
                      <a:cubicBezTo>
                        <a:pt x="49" y="501"/>
                        <a:pt x="52" y="509"/>
                        <a:pt x="57" y="537"/>
                      </a:cubicBezTo>
                      <a:cubicBezTo>
                        <a:pt x="62" y="564"/>
                        <a:pt x="113" y="609"/>
                        <a:pt x="113" y="609"/>
                      </a:cubicBezTo>
                      <a:cubicBezTo>
                        <a:pt x="105" y="628"/>
                        <a:pt x="116" y="645"/>
                        <a:pt x="119" y="649"/>
                      </a:cubicBezTo>
                      <a:cubicBezTo>
                        <a:pt x="122" y="653"/>
                        <a:pt x="123" y="661"/>
                        <a:pt x="123" y="661"/>
                      </a:cubicBezTo>
                      <a:cubicBezTo>
                        <a:pt x="123" y="661"/>
                        <a:pt x="117" y="699"/>
                        <a:pt x="112" y="716"/>
                      </a:cubicBezTo>
                      <a:cubicBezTo>
                        <a:pt x="107" y="732"/>
                        <a:pt x="117" y="740"/>
                        <a:pt x="117" y="740"/>
                      </a:cubicBezTo>
                      <a:cubicBezTo>
                        <a:pt x="117" y="740"/>
                        <a:pt x="115" y="754"/>
                        <a:pt x="113" y="769"/>
                      </a:cubicBezTo>
                      <a:cubicBezTo>
                        <a:pt x="111" y="784"/>
                        <a:pt x="112" y="805"/>
                        <a:pt x="117" y="815"/>
                      </a:cubicBezTo>
                      <a:cubicBezTo>
                        <a:pt x="121" y="825"/>
                        <a:pt x="127" y="869"/>
                        <a:pt x="127" y="869"/>
                      </a:cubicBezTo>
                      <a:cubicBezTo>
                        <a:pt x="156" y="912"/>
                        <a:pt x="183" y="919"/>
                        <a:pt x="183" y="919"/>
                      </a:cubicBezTo>
                      <a:cubicBezTo>
                        <a:pt x="183" y="919"/>
                        <a:pt x="178" y="877"/>
                        <a:pt x="174" y="855"/>
                      </a:cubicBezTo>
                      <a:cubicBezTo>
                        <a:pt x="169" y="833"/>
                        <a:pt x="215" y="796"/>
                        <a:pt x="226" y="791"/>
                      </a:cubicBezTo>
                      <a:cubicBezTo>
                        <a:pt x="237" y="786"/>
                        <a:pt x="247" y="781"/>
                        <a:pt x="250" y="774"/>
                      </a:cubicBezTo>
                      <a:cubicBezTo>
                        <a:pt x="253" y="767"/>
                        <a:pt x="278" y="717"/>
                        <a:pt x="309" y="706"/>
                      </a:cubicBezTo>
                      <a:cubicBezTo>
                        <a:pt x="341" y="695"/>
                        <a:pt x="358" y="669"/>
                        <a:pt x="360" y="659"/>
                      </a:cubicBezTo>
                      <a:cubicBezTo>
                        <a:pt x="362" y="651"/>
                        <a:pt x="381" y="620"/>
                        <a:pt x="399" y="594"/>
                      </a:cubicBezTo>
                      <a:cubicBezTo>
                        <a:pt x="417" y="568"/>
                        <a:pt x="398" y="549"/>
                        <a:pt x="382" y="540"/>
                      </a:cubicBezTo>
                      <a:cubicBezTo>
                        <a:pt x="367" y="531"/>
                        <a:pt x="343" y="522"/>
                        <a:pt x="334" y="521"/>
                      </a:cubicBezTo>
                      <a:cubicBezTo>
                        <a:pt x="326" y="520"/>
                        <a:pt x="316" y="498"/>
                        <a:pt x="308" y="483"/>
                      </a:cubicBezTo>
                      <a:cubicBezTo>
                        <a:pt x="300" y="468"/>
                        <a:pt x="277" y="436"/>
                        <a:pt x="271" y="433"/>
                      </a:cubicBezTo>
                      <a:cubicBezTo>
                        <a:pt x="266" y="430"/>
                        <a:pt x="243" y="426"/>
                        <a:pt x="229" y="409"/>
                      </a:cubicBezTo>
                      <a:cubicBezTo>
                        <a:pt x="215" y="393"/>
                        <a:pt x="179" y="381"/>
                        <a:pt x="166" y="372"/>
                      </a:cubicBezTo>
                      <a:cubicBezTo>
                        <a:pt x="154" y="364"/>
                        <a:pt x="147" y="359"/>
                        <a:pt x="135" y="379"/>
                      </a:cubicBezTo>
                      <a:cubicBezTo>
                        <a:pt x="122" y="400"/>
                        <a:pt x="105" y="382"/>
                        <a:pt x="90" y="377"/>
                      </a:cubicBezTo>
                      <a:cubicBezTo>
                        <a:pt x="74" y="372"/>
                        <a:pt x="76" y="347"/>
                        <a:pt x="78" y="336"/>
                      </a:cubicBezTo>
                      <a:cubicBezTo>
                        <a:pt x="81" y="324"/>
                        <a:pt x="75" y="322"/>
                        <a:pt x="75" y="322"/>
                      </a:cubicBezTo>
                      <a:cubicBezTo>
                        <a:pt x="64" y="320"/>
                        <a:pt x="67" y="312"/>
                        <a:pt x="85" y="293"/>
                      </a:cubicBezTo>
                      <a:cubicBezTo>
                        <a:pt x="103" y="274"/>
                        <a:pt x="74" y="274"/>
                        <a:pt x="54" y="277"/>
                      </a:cubicBezTo>
                      <a:cubicBezTo>
                        <a:pt x="34" y="280"/>
                        <a:pt x="45" y="193"/>
                        <a:pt x="104" y="195"/>
                      </a:cubicBezTo>
                      <a:cubicBezTo>
                        <a:pt x="162" y="198"/>
                        <a:pt x="145" y="214"/>
                        <a:pt x="158" y="237"/>
                      </a:cubicBezTo>
                      <a:cubicBezTo>
                        <a:pt x="172" y="260"/>
                        <a:pt x="173" y="237"/>
                        <a:pt x="173" y="237"/>
                      </a:cubicBezTo>
                      <a:lnTo>
                        <a:pt x="180" y="191"/>
                      </a:lnTo>
                      <a:cubicBezTo>
                        <a:pt x="198" y="190"/>
                        <a:pt x="209" y="182"/>
                        <a:pt x="221" y="174"/>
                      </a:cubicBezTo>
                      <a:cubicBezTo>
                        <a:pt x="233" y="167"/>
                        <a:pt x="261" y="162"/>
                        <a:pt x="276" y="151"/>
                      </a:cubicBezTo>
                      <a:cubicBezTo>
                        <a:pt x="291" y="140"/>
                        <a:pt x="296" y="148"/>
                        <a:pt x="320" y="145"/>
                      </a:cubicBezTo>
                      <a:cubicBezTo>
                        <a:pt x="345" y="142"/>
                        <a:pt x="350" y="129"/>
                        <a:pt x="357" y="126"/>
                      </a:cubicBezTo>
                      <a:cubicBezTo>
                        <a:pt x="363" y="123"/>
                        <a:pt x="365" y="143"/>
                        <a:pt x="385" y="134"/>
                      </a:cubicBezTo>
                      <a:cubicBezTo>
                        <a:pt x="405" y="125"/>
                        <a:pt x="406" y="92"/>
                        <a:pt x="406" y="92"/>
                      </a:cubicBezTo>
                      <a:cubicBezTo>
                        <a:pt x="406" y="92"/>
                        <a:pt x="403" y="92"/>
                        <a:pt x="394" y="97"/>
                      </a:cubicBezTo>
                      <a:cubicBezTo>
                        <a:pt x="385" y="101"/>
                        <a:pt x="399" y="79"/>
                        <a:pt x="401" y="69"/>
                      </a:cubicBezTo>
                      <a:cubicBezTo>
                        <a:pt x="402" y="59"/>
                        <a:pt x="397" y="63"/>
                        <a:pt x="382" y="50"/>
                      </a:cubicBezTo>
                      <a:cubicBezTo>
                        <a:pt x="368" y="37"/>
                        <a:pt x="359" y="55"/>
                        <a:pt x="354" y="60"/>
                      </a:cubicBezTo>
                      <a:cubicBezTo>
                        <a:pt x="348" y="64"/>
                        <a:pt x="342" y="60"/>
                        <a:pt x="338" y="59"/>
                      </a:cubicBezTo>
                      <a:cubicBezTo>
                        <a:pt x="334" y="57"/>
                        <a:pt x="333" y="60"/>
                        <a:pt x="333" y="60"/>
                      </a:cubicBezTo>
                      <a:cubicBezTo>
                        <a:pt x="333" y="60"/>
                        <a:pt x="329" y="70"/>
                        <a:pt x="307" y="84"/>
                      </a:cubicBezTo>
                      <a:cubicBezTo>
                        <a:pt x="285" y="98"/>
                        <a:pt x="290" y="75"/>
                        <a:pt x="287" y="62"/>
                      </a:cubicBezTo>
                      <a:cubicBezTo>
                        <a:pt x="283" y="49"/>
                        <a:pt x="299" y="44"/>
                        <a:pt x="310" y="35"/>
                      </a:cubicBezTo>
                      <a:cubicBezTo>
                        <a:pt x="320" y="27"/>
                        <a:pt x="331" y="21"/>
                        <a:pt x="336" y="26"/>
                      </a:cubicBezTo>
                      <a:cubicBezTo>
                        <a:pt x="341" y="30"/>
                        <a:pt x="350" y="31"/>
                        <a:pt x="366" y="25"/>
                      </a:cubicBezTo>
                      <a:cubicBezTo>
                        <a:pt x="382" y="18"/>
                        <a:pt x="394" y="40"/>
                        <a:pt x="394" y="40"/>
                      </a:cubicBezTo>
                      <a:cubicBezTo>
                        <a:pt x="429" y="35"/>
                        <a:pt x="429" y="13"/>
                        <a:pt x="425" y="0"/>
                      </a:cubicBezTo>
                      <a:cubicBezTo>
                        <a:pt x="244" y="1"/>
                        <a:pt x="85" y="100"/>
                        <a:pt x="0" y="247"/>
                      </a:cubicBezTo>
                      <a:cubicBezTo>
                        <a:pt x="0" y="260"/>
                        <a:pt x="2" y="276"/>
                        <a:pt x="7" y="285"/>
                      </a:cubicBezTo>
                      <a:cubicBezTo>
                        <a:pt x="17" y="304"/>
                        <a:pt x="45" y="310"/>
                        <a:pt x="45" y="31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" name="Freeform: Shape 3145">
                  <a:extLst>
                    <a:ext uri="{FF2B5EF4-FFF2-40B4-BE49-F238E27FC236}">
                      <a16:creationId xmlns:a16="http://schemas.microsoft.com/office/drawing/2014/main" id="{4D323126-BAD8-D347-0B8D-E445844B5278}"/>
                    </a:ext>
                  </a:extLst>
                </p:cNvPr>
                <p:cNvSpPr/>
                <p:nvPr/>
              </p:nvSpPr>
              <p:spPr>
                <a:xfrm>
                  <a:off x="12140062" y="5041467"/>
                  <a:ext cx="586046" cy="4615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4" h="90">
                      <a:moveTo>
                        <a:pt x="0" y="43"/>
                      </a:moveTo>
                      <a:cubicBezTo>
                        <a:pt x="0" y="60"/>
                        <a:pt x="14" y="79"/>
                        <a:pt x="14" y="79"/>
                      </a:cubicBezTo>
                      <a:cubicBezTo>
                        <a:pt x="14" y="79"/>
                        <a:pt x="19" y="85"/>
                        <a:pt x="27" y="89"/>
                      </a:cubicBezTo>
                      <a:cubicBezTo>
                        <a:pt x="35" y="93"/>
                        <a:pt x="37" y="86"/>
                        <a:pt x="37" y="86"/>
                      </a:cubicBezTo>
                      <a:cubicBezTo>
                        <a:pt x="37" y="86"/>
                        <a:pt x="61" y="59"/>
                        <a:pt x="65" y="51"/>
                      </a:cubicBezTo>
                      <a:cubicBezTo>
                        <a:pt x="71" y="44"/>
                        <a:pt x="77" y="41"/>
                        <a:pt x="91" y="38"/>
                      </a:cubicBezTo>
                      <a:cubicBezTo>
                        <a:pt x="100" y="36"/>
                        <a:pt x="109" y="23"/>
                        <a:pt x="114" y="12"/>
                      </a:cubicBezTo>
                      <a:cubicBezTo>
                        <a:pt x="81" y="4"/>
                        <a:pt x="46" y="0"/>
                        <a:pt x="11" y="0"/>
                      </a:cubicBezTo>
                      <a:cubicBezTo>
                        <a:pt x="9" y="7"/>
                        <a:pt x="6" y="16"/>
                        <a:pt x="3" y="20"/>
                      </a:cubicBezTo>
                      <a:cubicBezTo>
                        <a:pt x="1" y="26"/>
                        <a:pt x="0" y="25"/>
                        <a:pt x="0" y="43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" name="Freeform: Shape 3146">
                  <a:extLst>
                    <a:ext uri="{FF2B5EF4-FFF2-40B4-BE49-F238E27FC236}">
                      <a16:creationId xmlns:a16="http://schemas.microsoft.com/office/drawing/2014/main" id="{3891CD02-245B-510A-7954-007EED63A75A}"/>
                    </a:ext>
                  </a:extLst>
                </p:cNvPr>
                <p:cNvSpPr/>
                <p:nvPr/>
              </p:nvSpPr>
              <p:spPr>
                <a:xfrm>
                  <a:off x="12508301" y="5337098"/>
                  <a:ext cx="238568" cy="15558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" h="31">
                      <a:moveTo>
                        <a:pt x="9" y="8"/>
                      </a:moveTo>
                      <a:cubicBezTo>
                        <a:pt x="-10" y="15"/>
                        <a:pt x="6" y="24"/>
                        <a:pt x="6" y="24"/>
                      </a:cubicBezTo>
                      <a:cubicBezTo>
                        <a:pt x="18" y="30"/>
                        <a:pt x="23" y="30"/>
                        <a:pt x="32" y="31"/>
                      </a:cubicBezTo>
                      <a:cubicBezTo>
                        <a:pt x="41" y="32"/>
                        <a:pt x="38" y="27"/>
                        <a:pt x="38" y="27"/>
                      </a:cubicBezTo>
                      <a:lnTo>
                        <a:pt x="40" y="19"/>
                      </a:lnTo>
                      <a:cubicBezTo>
                        <a:pt x="40" y="19"/>
                        <a:pt x="53" y="15"/>
                        <a:pt x="43" y="5"/>
                      </a:cubicBezTo>
                      <a:cubicBezTo>
                        <a:pt x="34" y="-5"/>
                        <a:pt x="27" y="2"/>
                        <a:pt x="9" y="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" name="Freeform: Shape 3147">
                  <a:extLst>
                    <a:ext uri="{FF2B5EF4-FFF2-40B4-BE49-F238E27FC236}">
                      <a16:creationId xmlns:a16="http://schemas.microsoft.com/office/drawing/2014/main" id="{3D7FA02F-DBA8-C64D-D65F-2AC4438F1943}"/>
                    </a:ext>
                  </a:extLst>
                </p:cNvPr>
                <p:cNvSpPr/>
                <p:nvPr/>
              </p:nvSpPr>
              <p:spPr>
                <a:xfrm>
                  <a:off x="13229176" y="5653459"/>
                  <a:ext cx="305989" cy="34747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" h="68">
                      <a:moveTo>
                        <a:pt x="12" y="38"/>
                      </a:moveTo>
                      <a:lnTo>
                        <a:pt x="20" y="34"/>
                      </a:lnTo>
                      <a:cubicBezTo>
                        <a:pt x="20" y="34"/>
                        <a:pt x="23" y="55"/>
                        <a:pt x="28" y="64"/>
                      </a:cubicBezTo>
                      <a:cubicBezTo>
                        <a:pt x="34" y="72"/>
                        <a:pt x="45" y="65"/>
                        <a:pt x="56" y="58"/>
                      </a:cubicBezTo>
                      <a:cubicBezTo>
                        <a:pt x="66" y="52"/>
                        <a:pt x="53" y="35"/>
                        <a:pt x="47" y="25"/>
                      </a:cubicBezTo>
                      <a:cubicBezTo>
                        <a:pt x="41" y="17"/>
                        <a:pt x="32" y="14"/>
                        <a:pt x="32" y="14"/>
                      </a:cubicBezTo>
                      <a:cubicBezTo>
                        <a:pt x="32" y="14"/>
                        <a:pt x="27" y="0"/>
                        <a:pt x="16" y="0"/>
                      </a:cubicBezTo>
                      <a:cubicBezTo>
                        <a:pt x="4" y="0"/>
                        <a:pt x="9" y="10"/>
                        <a:pt x="10" y="14"/>
                      </a:cubicBezTo>
                      <a:cubicBezTo>
                        <a:pt x="10" y="18"/>
                        <a:pt x="7" y="20"/>
                        <a:pt x="4" y="23"/>
                      </a:cubicBezTo>
                      <a:cubicBezTo>
                        <a:pt x="1" y="26"/>
                        <a:pt x="-2" y="32"/>
                        <a:pt x="1" y="38"/>
                      </a:cubicBezTo>
                      <a:cubicBezTo>
                        <a:pt x="4" y="44"/>
                        <a:pt x="12" y="38"/>
                        <a:pt x="12" y="3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" name="Freeform: Shape 3148">
                  <a:extLst>
                    <a:ext uri="{FF2B5EF4-FFF2-40B4-BE49-F238E27FC236}">
                      <a16:creationId xmlns:a16="http://schemas.microsoft.com/office/drawing/2014/main" id="{6FCA5844-557F-5008-B58B-A86AB7365E51}"/>
                    </a:ext>
                  </a:extLst>
                </p:cNvPr>
                <p:cNvSpPr/>
                <p:nvPr/>
              </p:nvSpPr>
              <p:spPr>
                <a:xfrm>
                  <a:off x="10584185" y="6415839"/>
                  <a:ext cx="363038" cy="12447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1" h="25">
                      <a:moveTo>
                        <a:pt x="45" y="15"/>
                      </a:moveTo>
                      <a:cubicBezTo>
                        <a:pt x="38" y="15"/>
                        <a:pt x="32" y="5"/>
                        <a:pt x="25" y="2"/>
                      </a:cubicBezTo>
                      <a:cubicBezTo>
                        <a:pt x="18" y="-1"/>
                        <a:pt x="14" y="-1"/>
                        <a:pt x="3" y="8"/>
                      </a:cubicBezTo>
                      <a:cubicBezTo>
                        <a:pt x="-8" y="17"/>
                        <a:pt x="14" y="19"/>
                        <a:pt x="14" y="19"/>
                      </a:cubicBezTo>
                      <a:cubicBezTo>
                        <a:pt x="14" y="19"/>
                        <a:pt x="36" y="29"/>
                        <a:pt x="62" y="24"/>
                      </a:cubicBezTo>
                      <a:cubicBezTo>
                        <a:pt x="87" y="20"/>
                        <a:pt x="51" y="15"/>
                        <a:pt x="45" y="1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" name="Freeform: Shape 3149">
                  <a:extLst>
                    <a:ext uri="{FF2B5EF4-FFF2-40B4-BE49-F238E27FC236}">
                      <a16:creationId xmlns:a16="http://schemas.microsoft.com/office/drawing/2014/main" id="{353D5032-2DCA-A211-6AF9-601DEA54DE2F}"/>
                    </a:ext>
                  </a:extLst>
                </p:cNvPr>
                <p:cNvSpPr/>
                <p:nvPr/>
              </p:nvSpPr>
              <p:spPr>
                <a:xfrm>
                  <a:off x="10864242" y="6618089"/>
                  <a:ext cx="233381" cy="9335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" h="19">
                      <a:moveTo>
                        <a:pt x="30" y="1"/>
                      </a:moveTo>
                      <a:cubicBezTo>
                        <a:pt x="22" y="-2"/>
                        <a:pt x="17" y="4"/>
                        <a:pt x="8" y="8"/>
                      </a:cubicBezTo>
                      <a:cubicBezTo>
                        <a:pt x="0" y="12"/>
                        <a:pt x="-4" y="18"/>
                        <a:pt x="5" y="16"/>
                      </a:cubicBezTo>
                      <a:cubicBezTo>
                        <a:pt x="13" y="14"/>
                        <a:pt x="28" y="16"/>
                        <a:pt x="28" y="16"/>
                      </a:cubicBezTo>
                      <a:cubicBezTo>
                        <a:pt x="28" y="16"/>
                        <a:pt x="41" y="24"/>
                        <a:pt x="45" y="16"/>
                      </a:cubicBezTo>
                      <a:cubicBezTo>
                        <a:pt x="48" y="9"/>
                        <a:pt x="38" y="5"/>
                        <a:pt x="30" y="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9" name="Picture Placeholder 68" descr="Earth">
                <a:extLst>
                  <a:ext uri="{FF2B5EF4-FFF2-40B4-BE49-F238E27FC236}">
                    <a16:creationId xmlns:a16="http://schemas.microsoft.com/office/drawing/2014/main" id="{A0D53E2F-7627-47A4-3BD0-B6C960D0B0D3}"/>
                  </a:ext>
                </a:extLst>
              </p:cNvPr>
              <p:cNvGraphicFramePr>
                <a:graphicFrameLocks noGrp="1" noChangeAspect="1"/>
              </p:cNvGraphicFramePr>
              <p:nvPr>
                <p:ph type="pic" sz="quarter" idx="13"/>
                <p:extLst>
                  <p:ext uri="{D42A27DB-BD31-4B8C-83A1-F6EECF244321}">
                    <p14:modId xmlns:p14="http://schemas.microsoft.com/office/powerpoint/2010/main" val="2438513347"/>
                  </p:ext>
                </p:extLst>
              </p:nvPr>
            </p:nvGraphicFramePr>
            <p:xfrm>
              <a:off x="-3193602" y="3061395"/>
              <a:ext cx="7389206" cy="74082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389206" cy="7408252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195193" ay="623025" az="3521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338817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9" name="Picture Placeholder 68" descr="Earth">
                <a:extLst>
                  <a:ext uri="{FF2B5EF4-FFF2-40B4-BE49-F238E27FC236}">
                    <a16:creationId xmlns:a16="http://schemas.microsoft.com/office/drawing/2014/main" id="{A0D53E2F-7627-47A4-3BD0-B6C960D0B0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93602" y="3061395"/>
                <a:ext cx="7389206" cy="7408252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407E09E-BE04-A448-FA17-312DBFB71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02189">
            <a:off x="20681635" y="-2000110"/>
            <a:ext cx="12753268" cy="1796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29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1B4565-EE54-42A3-8768-3293EFBB7FAE}"/>
              </a:ext>
            </a:extLst>
          </p:cNvPr>
          <p:cNvSpPr/>
          <p:nvPr/>
        </p:nvSpPr>
        <p:spPr>
          <a:xfrm>
            <a:off x="5494239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4561B-3961-47C1-9757-F4F4BAE8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– </a:t>
            </a:r>
            <a:fld id="{EA67D992-ADC2-4164-B159-66F67645F421}" type="slidenum">
              <a:rPr lang="en-ID" smtClean="0"/>
              <a:pPr algn="ctr"/>
              <a:t>9</a:t>
            </a:fld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5957BC-3D4D-4D24-A2F0-026C17EFB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OUR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				</a:t>
            </a:r>
            <a:r>
              <a:rPr kumimoji="0" lang="en-US" sz="1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Data Sources</a:t>
            </a:r>
            <a:endParaRPr kumimoji="0" lang="en-ID" sz="1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layfair Display" pitchFamily="2" charset="0"/>
              <a:ea typeface="+mn-ea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CA04510-452F-4B59-81B6-6589107AA0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World University Rankings 2025 (1,503 institutions) and THE World University Rankings 2024 (867 institutions) provide the master ranking and primary research metrics.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DD0C9D-FF1B-48A6-9A10-8EF912660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&amp; THE WORLD RANKINGS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D35BEED-097D-45B2-AAEA-4FCAF03D8772}"/>
              </a:ext>
            </a:extLst>
          </p:cNvPr>
          <p:cNvGrpSpPr/>
          <p:nvPr/>
        </p:nvGrpSpPr>
        <p:grpSpPr>
          <a:xfrm>
            <a:off x="6091873" y="5634676"/>
            <a:ext cx="686583" cy="638151"/>
            <a:chOff x="3944289" y="-314322"/>
            <a:chExt cx="765176" cy="711200"/>
          </a:xfrm>
          <a:solidFill>
            <a:schemeClr val="bg1"/>
          </a:solidFill>
        </p:grpSpPr>
        <p:sp>
          <p:nvSpPr>
            <p:cNvPr id="40" name="Freeform 1235">
              <a:extLst>
                <a:ext uri="{FF2B5EF4-FFF2-40B4-BE49-F238E27FC236}">
                  <a16:creationId xmlns:a16="http://schemas.microsoft.com/office/drawing/2014/main" id="{AFD18B94-20DD-4807-9CE4-0309699518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289" y="-314322"/>
              <a:ext cx="612776" cy="584200"/>
            </a:xfrm>
            <a:custGeom>
              <a:avLst/>
              <a:gdLst>
                <a:gd name="T0" fmla="*/ 20 w 192"/>
                <a:gd name="T1" fmla="*/ 184 h 184"/>
                <a:gd name="T2" fmla="*/ 16 w 192"/>
                <a:gd name="T3" fmla="*/ 182 h 184"/>
                <a:gd name="T4" fmla="*/ 17 w 192"/>
                <a:gd name="T5" fmla="*/ 177 h 184"/>
                <a:gd name="T6" fmla="*/ 36 w 192"/>
                <a:gd name="T7" fmla="*/ 138 h 184"/>
                <a:gd name="T8" fmla="*/ 0 w 192"/>
                <a:gd name="T9" fmla="*/ 78 h 184"/>
                <a:gd name="T10" fmla="*/ 96 w 192"/>
                <a:gd name="T11" fmla="*/ 0 h 184"/>
                <a:gd name="T12" fmla="*/ 192 w 192"/>
                <a:gd name="T13" fmla="*/ 78 h 184"/>
                <a:gd name="T14" fmla="*/ 96 w 192"/>
                <a:gd name="T15" fmla="*/ 156 h 184"/>
                <a:gd name="T16" fmla="*/ 96 w 192"/>
                <a:gd name="T17" fmla="*/ 156 h 184"/>
                <a:gd name="T18" fmla="*/ 77 w 192"/>
                <a:gd name="T19" fmla="*/ 156 h 184"/>
                <a:gd name="T20" fmla="*/ 20 w 192"/>
                <a:gd name="T21" fmla="*/ 184 h 184"/>
                <a:gd name="T22" fmla="*/ 20 w 192"/>
                <a:gd name="T23" fmla="*/ 184 h 184"/>
                <a:gd name="T24" fmla="*/ 96 w 192"/>
                <a:gd name="T25" fmla="*/ 8 h 184"/>
                <a:gd name="T26" fmla="*/ 8 w 192"/>
                <a:gd name="T27" fmla="*/ 78 h 184"/>
                <a:gd name="T28" fmla="*/ 42 w 192"/>
                <a:gd name="T29" fmla="*/ 133 h 184"/>
                <a:gd name="T30" fmla="*/ 44 w 192"/>
                <a:gd name="T31" fmla="*/ 136 h 184"/>
                <a:gd name="T32" fmla="*/ 30 w 192"/>
                <a:gd name="T33" fmla="*/ 174 h 184"/>
                <a:gd name="T34" fmla="*/ 72 w 192"/>
                <a:gd name="T35" fmla="*/ 150 h 184"/>
                <a:gd name="T36" fmla="*/ 76 w 192"/>
                <a:gd name="T37" fmla="*/ 148 h 184"/>
                <a:gd name="T38" fmla="*/ 96 w 192"/>
                <a:gd name="T39" fmla="*/ 148 h 184"/>
                <a:gd name="T40" fmla="*/ 184 w 192"/>
                <a:gd name="T41" fmla="*/ 78 h 184"/>
                <a:gd name="T42" fmla="*/ 96 w 192"/>
                <a:gd name="T43" fmla="*/ 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184">
                  <a:moveTo>
                    <a:pt x="20" y="184"/>
                  </a:moveTo>
                  <a:cubicBezTo>
                    <a:pt x="18" y="184"/>
                    <a:pt x="17" y="183"/>
                    <a:pt x="16" y="182"/>
                  </a:cubicBezTo>
                  <a:cubicBezTo>
                    <a:pt x="16" y="180"/>
                    <a:pt x="16" y="178"/>
                    <a:pt x="17" y="177"/>
                  </a:cubicBezTo>
                  <a:cubicBezTo>
                    <a:pt x="17" y="177"/>
                    <a:pt x="33" y="161"/>
                    <a:pt x="36" y="138"/>
                  </a:cubicBezTo>
                  <a:cubicBezTo>
                    <a:pt x="12" y="124"/>
                    <a:pt x="0" y="103"/>
                    <a:pt x="0" y="78"/>
                  </a:cubicBezTo>
                  <a:cubicBezTo>
                    <a:pt x="0" y="35"/>
                    <a:pt x="43" y="0"/>
                    <a:pt x="96" y="0"/>
                  </a:cubicBezTo>
                  <a:cubicBezTo>
                    <a:pt x="149" y="0"/>
                    <a:pt x="192" y="35"/>
                    <a:pt x="192" y="78"/>
                  </a:cubicBezTo>
                  <a:cubicBezTo>
                    <a:pt x="192" y="121"/>
                    <a:pt x="149" y="156"/>
                    <a:pt x="96" y="156"/>
                  </a:cubicBezTo>
                  <a:cubicBezTo>
                    <a:pt x="96" y="156"/>
                    <a:pt x="96" y="156"/>
                    <a:pt x="96" y="156"/>
                  </a:cubicBezTo>
                  <a:cubicBezTo>
                    <a:pt x="77" y="156"/>
                    <a:pt x="77" y="156"/>
                    <a:pt x="77" y="156"/>
                  </a:cubicBezTo>
                  <a:cubicBezTo>
                    <a:pt x="57" y="181"/>
                    <a:pt x="22" y="184"/>
                    <a:pt x="20" y="184"/>
                  </a:cubicBezTo>
                  <a:cubicBezTo>
                    <a:pt x="20" y="184"/>
                    <a:pt x="20" y="184"/>
                    <a:pt x="20" y="184"/>
                  </a:cubicBezTo>
                  <a:close/>
                  <a:moveTo>
                    <a:pt x="96" y="8"/>
                  </a:moveTo>
                  <a:cubicBezTo>
                    <a:pt x="47" y="8"/>
                    <a:pt x="8" y="39"/>
                    <a:pt x="8" y="78"/>
                  </a:cubicBezTo>
                  <a:cubicBezTo>
                    <a:pt x="8" y="101"/>
                    <a:pt x="20" y="119"/>
                    <a:pt x="42" y="133"/>
                  </a:cubicBezTo>
                  <a:cubicBezTo>
                    <a:pt x="43" y="133"/>
                    <a:pt x="44" y="135"/>
                    <a:pt x="44" y="136"/>
                  </a:cubicBezTo>
                  <a:cubicBezTo>
                    <a:pt x="43" y="153"/>
                    <a:pt x="36" y="166"/>
                    <a:pt x="30" y="174"/>
                  </a:cubicBezTo>
                  <a:cubicBezTo>
                    <a:pt x="41" y="172"/>
                    <a:pt x="60" y="165"/>
                    <a:pt x="72" y="150"/>
                  </a:cubicBezTo>
                  <a:cubicBezTo>
                    <a:pt x="73" y="149"/>
                    <a:pt x="74" y="148"/>
                    <a:pt x="76" y="148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45" y="148"/>
                    <a:pt x="184" y="117"/>
                    <a:pt x="184" y="78"/>
                  </a:cubicBezTo>
                  <a:cubicBezTo>
                    <a:pt x="184" y="39"/>
                    <a:pt x="145" y="8"/>
                    <a:pt x="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236">
              <a:extLst>
                <a:ext uri="{FF2B5EF4-FFF2-40B4-BE49-F238E27FC236}">
                  <a16:creationId xmlns:a16="http://schemas.microsoft.com/office/drawing/2014/main" id="{6F4B10F3-235E-4FA6-82FF-6D08B1C33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402" y="-88897"/>
              <a:ext cx="500063" cy="485775"/>
            </a:xfrm>
            <a:custGeom>
              <a:avLst/>
              <a:gdLst>
                <a:gd name="T0" fmla="*/ 137 w 157"/>
                <a:gd name="T1" fmla="*/ 153 h 153"/>
                <a:gd name="T2" fmla="*/ 137 w 157"/>
                <a:gd name="T3" fmla="*/ 153 h 153"/>
                <a:gd name="T4" fmla="*/ 80 w 157"/>
                <a:gd name="T5" fmla="*/ 125 h 153"/>
                <a:gd name="T6" fmla="*/ 61 w 157"/>
                <a:gd name="T7" fmla="*/ 125 h 153"/>
                <a:gd name="T8" fmla="*/ 61 w 157"/>
                <a:gd name="T9" fmla="*/ 125 h 153"/>
                <a:gd name="T10" fmla="*/ 3 w 157"/>
                <a:gd name="T11" fmla="*/ 108 h 153"/>
                <a:gd name="T12" fmla="*/ 2 w 157"/>
                <a:gd name="T13" fmla="*/ 103 h 153"/>
                <a:gd name="T14" fmla="*/ 7 w 157"/>
                <a:gd name="T15" fmla="*/ 102 h 153"/>
                <a:gd name="T16" fmla="*/ 61 w 157"/>
                <a:gd name="T17" fmla="*/ 117 h 153"/>
                <a:gd name="T18" fmla="*/ 81 w 157"/>
                <a:gd name="T19" fmla="*/ 117 h 153"/>
                <a:gd name="T20" fmla="*/ 85 w 157"/>
                <a:gd name="T21" fmla="*/ 119 h 153"/>
                <a:gd name="T22" fmla="*/ 127 w 157"/>
                <a:gd name="T23" fmla="*/ 143 h 153"/>
                <a:gd name="T24" fmla="*/ 113 w 157"/>
                <a:gd name="T25" fmla="*/ 105 h 153"/>
                <a:gd name="T26" fmla="*/ 115 w 157"/>
                <a:gd name="T27" fmla="*/ 102 h 153"/>
                <a:gd name="T28" fmla="*/ 149 w 157"/>
                <a:gd name="T29" fmla="*/ 47 h 153"/>
                <a:gd name="T30" fmla="*/ 127 w 157"/>
                <a:gd name="T31" fmla="*/ 8 h 153"/>
                <a:gd name="T32" fmla="*/ 126 w 157"/>
                <a:gd name="T33" fmla="*/ 3 h 153"/>
                <a:gd name="T34" fmla="*/ 131 w 157"/>
                <a:gd name="T35" fmla="*/ 2 h 153"/>
                <a:gd name="T36" fmla="*/ 157 w 157"/>
                <a:gd name="T37" fmla="*/ 47 h 153"/>
                <a:gd name="T38" fmla="*/ 121 w 157"/>
                <a:gd name="T39" fmla="*/ 107 h 153"/>
                <a:gd name="T40" fmla="*/ 140 w 157"/>
                <a:gd name="T41" fmla="*/ 146 h 153"/>
                <a:gd name="T42" fmla="*/ 141 w 157"/>
                <a:gd name="T43" fmla="*/ 151 h 153"/>
                <a:gd name="T44" fmla="*/ 137 w 157"/>
                <a:gd name="T4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153">
                  <a:moveTo>
                    <a:pt x="137" y="153"/>
                  </a:moveTo>
                  <a:cubicBezTo>
                    <a:pt x="137" y="153"/>
                    <a:pt x="137" y="153"/>
                    <a:pt x="137" y="153"/>
                  </a:cubicBezTo>
                  <a:cubicBezTo>
                    <a:pt x="135" y="153"/>
                    <a:pt x="100" y="150"/>
                    <a:pt x="80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37" y="125"/>
                    <a:pt x="17" y="119"/>
                    <a:pt x="3" y="108"/>
                  </a:cubicBezTo>
                  <a:cubicBezTo>
                    <a:pt x="1" y="107"/>
                    <a:pt x="0" y="104"/>
                    <a:pt x="2" y="103"/>
                  </a:cubicBezTo>
                  <a:cubicBezTo>
                    <a:pt x="3" y="101"/>
                    <a:pt x="6" y="100"/>
                    <a:pt x="7" y="102"/>
                  </a:cubicBezTo>
                  <a:cubicBezTo>
                    <a:pt x="21" y="112"/>
                    <a:pt x="39" y="117"/>
                    <a:pt x="61" y="117"/>
                  </a:cubicBezTo>
                  <a:cubicBezTo>
                    <a:pt x="81" y="117"/>
                    <a:pt x="81" y="117"/>
                    <a:pt x="81" y="117"/>
                  </a:cubicBezTo>
                  <a:cubicBezTo>
                    <a:pt x="83" y="117"/>
                    <a:pt x="84" y="118"/>
                    <a:pt x="85" y="119"/>
                  </a:cubicBezTo>
                  <a:cubicBezTo>
                    <a:pt x="97" y="134"/>
                    <a:pt x="116" y="141"/>
                    <a:pt x="127" y="143"/>
                  </a:cubicBezTo>
                  <a:cubicBezTo>
                    <a:pt x="121" y="135"/>
                    <a:pt x="114" y="122"/>
                    <a:pt x="113" y="105"/>
                  </a:cubicBezTo>
                  <a:cubicBezTo>
                    <a:pt x="113" y="104"/>
                    <a:pt x="114" y="102"/>
                    <a:pt x="115" y="102"/>
                  </a:cubicBezTo>
                  <a:cubicBezTo>
                    <a:pt x="137" y="88"/>
                    <a:pt x="149" y="70"/>
                    <a:pt x="149" y="47"/>
                  </a:cubicBezTo>
                  <a:cubicBezTo>
                    <a:pt x="149" y="36"/>
                    <a:pt x="142" y="20"/>
                    <a:pt x="127" y="8"/>
                  </a:cubicBezTo>
                  <a:cubicBezTo>
                    <a:pt x="125" y="7"/>
                    <a:pt x="124" y="4"/>
                    <a:pt x="126" y="3"/>
                  </a:cubicBezTo>
                  <a:cubicBezTo>
                    <a:pt x="127" y="1"/>
                    <a:pt x="130" y="0"/>
                    <a:pt x="131" y="2"/>
                  </a:cubicBezTo>
                  <a:cubicBezTo>
                    <a:pt x="149" y="15"/>
                    <a:pt x="157" y="34"/>
                    <a:pt x="157" y="47"/>
                  </a:cubicBezTo>
                  <a:cubicBezTo>
                    <a:pt x="157" y="72"/>
                    <a:pt x="145" y="93"/>
                    <a:pt x="121" y="107"/>
                  </a:cubicBezTo>
                  <a:cubicBezTo>
                    <a:pt x="124" y="130"/>
                    <a:pt x="140" y="146"/>
                    <a:pt x="140" y="146"/>
                  </a:cubicBezTo>
                  <a:cubicBezTo>
                    <a:pt x="141" y="147"/>
                    <a:pt x="141" y="149"/>
                    <a:pt x="141" y="151"/>
                  </a:cubicBezTo>
                  <a:cubicBezTo>
                    <a:pt x="140" y="152"/>
                    <a:pt x="139" y="153"/>
                    <a:pt x="137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CAC6359-0997-ABD4-3239-E71AB7B63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492776" y="-5665915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89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build="p"/>
      <p:bldP spid="1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51A2-14E1-320B-A5C9-966EEA9F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F07523-A877-725F-CFF6-9BF370825E74}"/>
              </a:ext>
            </a:extLst>
          </p:cNvPr>
          <p:cNvSpPr/>
          <p:nvPr/>
        </p:nvSpPr>
        <p:spPr>
          <a:xfrm>
            <a:off x="5494239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4D28E4-F55A-AEF1-7B8D-92FF736364CE}"/>
              </a:ext>
            </a:extLst>
          </p:cNvPr>
          <p:cNvSpPr/>
          <p:nvPr/>
        </p:nvSpPr>
        <p:spPr>
          <a:xfrm>
            <a:off x="11614129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FA7F94-FB6C-8744-D357-38954D77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10</a:t>
            </a:fld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7AB07-1227-24AA-DBBD-BFB3150BEE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OUR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				</a:t>
            </a:r>
            <a:r>
              <a:rPr kumimoji="0" lang="en-US" sz="1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Data Sources</a:t>
            </a:r>
            <a:endParaRPr kumimoji="0" lang="en-ID" sz="1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layfair Display" pitchFamily="2" charset="0"/>
              <a:ea typeface="+mn-ea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C825601-BA34-16EC-5E62-2E870CF98C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World University Rankings 2025 (1,503 institutions) and THE World University Rankings 2024 (867 institutions) provide the master ranking and primary research metrics.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C1A4A6-7C06-26BF-68A8-0D94D5F07D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University Rankings 2023 (812 institutions), used as the fallback research metric source and for student body and diversity indicators.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A4B72D-6240-B23F-3A49-A3D4879708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&amp; THE WORLD RANKINGS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ED1EDF5-5CB4-3ECB-6028-A151E3A4EF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UNIVERSITY RANKINGS 2023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4B0524A-FC58-6936-64E5-813EDAE6CABE}"/>
              </a:ext>
            </a:extLst>
          </p:cNvPr>
          <p:cNvGrpSpPr/>
          <p:nvPr/>
        </p:nvGrpSpPr>
        <p:grpSpPr>
          <a:xfrm>
            <a:off x="6091873" y="5634676"/>
            <a:ext cx="686583" cy="638151"/>
            <a:chOff x="3944289" y="-314322"/>
            <a:chExt cx="765176" cy="711200"/>
          </a:xfrm>
          <a:solidFill>
            <a:schemeClr val="bg1"/>
          </a:solidFill>
        </p:grpSpPr>
        <p:sp>
          <p:nvSpPr>
            <p:cNvPr id="40" name="Freeform 1235">
              <a:extLst>
                <a:ext uri="{FF2B5EF4-FFF2-40B4-BE49-F238E27FC236}">
                  <a16:creationId xmlns:a16="http://schemas.microsoft.com/office/drawing/2014/main" id="{539D88B8-B56D-7FDF-31C5-A7B314B9E5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289" y="-314322"/>
              <a:ext cx="612776" cy="584200"/>
            </a:xfrm>
            <a:custGeom>
              <a:avLst/>
              <a:gdLst>
                <a:gd name="T0" fmla="*/ 20 w 192"/>
                <a:gd name="T1" fmla="*/ 184 h 184"/>
                <a:gd name="T2" fmla="*/ 16 w 192"/>
                <a:gd name="T3" fmla="*/ 182 h 184"/>
                <a:gd name="T4" fmla="*/ 17 w 192"/>
                <a:gd name="T5" fmla="*/ 177 h 184"/>
                <a:gd name="T6" fmla="*/ 36 w 192"/>
                <a:gd name="T7" fmla="*/ 138 h 184"/>
                <a:gd name="T8" fmla="*/ 0 w 192"/>
                <a:gd name="T9" fmla="*/ 78 h 184"/>
                <a:gd name="T10" fmla="*/ 96 w 192"/>
                <a:gd name="T11" fmla="*/ 0 h 184"/>
                <a:gd name="T12" fmla="*/ 192 w 192"/>
                <a:gd name="T13" fmla="*/ 78 h 184"/>
                <a:gd name="T14" fmla="*/ 96 w 192"/>
                <a:gd name="T15" fmla="*/ 156 h 184"/>
                <a:gd name="T16" fmla="*/ 96 w 192"/>
                <a:gd name="T17" fmla="*/ 156 h 184"/>
                <a:gd name="T18" fmla="*/ 77 w 192"/>
                <a:gd name="T19" fmla="*/ 156 h 184"/>
                <a:gd name="T20" fmla="*/ 20 w 192"/>
                <a:gd name="T21" fmla="*/ 184 h 184"/>
                <a:gd name="T22" fmla="*/ 20 w 192"/>
                <a:gd name="T23" fmla="*/ 184 h 184"/>
                <a:gd name="T24" fmla="*/ 96 w 192"/>
                <a:gd name="T25" fmla="*/ 8 h 184"/>
                <a:gd name="T26" fmla="*/ 8 w 192"/>
                <a:gd name="T27" fmla="*/ 78 h 184"/>
                <a:gd name="T28" fmla="*/ 42 w 192"/>
                <a:gd name="T29" fmla="*/ 133 h 184"/>
                <a:gd name="T30" fmla="*/ 44 w 192"/>
                <a:gd name="T31" fmla="*/ 136 h 184"/>
                <a:gd name="T32" fmla="*/ 30 w 192"/>
                <a:gd name="T33" fmla="*/ 174 h 184"/>
                <a:gd name="T34" fmla="*/ 72 w 192"/>
                <a:gd name="T35" fmla="*/ 150 h 184"/>
                <a:gd name="T36" fmla="*/ 76 w 192"/>
                <a:gd name="T37" fmla="*/ 148 h 184"/>
                <a:gd name="T38" fmla="*/ 96 w 192"/>
                <a:gd name="T39" fmla="*/ 148 h 184"/>
                <a:gd name="T40" fmla="*/ 184 w 192"/>
                <a:gd name="T41" fmla="*/ 78 h 184"/>
                <a:gd name="T42" fmla="*/ 96 w 192"/>
                <a:gd name="T43" fmla="*/ 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184">
                  <a:moveTo>
                    <a:pt x="20" y="184"/>
                  </a:moveTo>
                  <a:cubicBezTo>
                    <a:pt x="18" y="184"/>
                    <a:pt x="17" y="183"/>
                    <a:pt x="16" y="182"/>
                  </a:cubicBezTo>
                  <a:cubicBezTo>
                    <a:pt x="16" y="180"/>
                    <a:pt x="16" y="178"/>
                    <a:pt x="17" y="177"/>
                  </a:cubicBezTo>
                  <a:cubicBezTo>
                    <a:pt x="17" y="177"/>
                    <a:pt x="33" y="161"/>
                    <a:pt x="36" y="138"/>
                  </a:cubicBezTo>
                  <a:cubicBezTo>
                    <a:pt x="12" y="124"/>
                    <a:pt x="0" y="103"/>
                    <a:pt x="0" y="78"/>
                  </a:cubicBezTo>
                  <a:cubicBezTo>
                    <a:pt x="0" y="35"/>
                    <a:pt x="43" y="0"/>
                    <a:pt x="96" y="0"/>
                  </a:cubicBezTo>
                  <a:cubicBezTo>
                    <a:pt x="149" y="0"/>
                    <a:pt x="192" y="35"/>
                    <a:pt x="192" y="78"/>
                  </a:cubicBezTo>
                  <a:cubicBezTo>
                    <a:pt x="192" y="121"/>
                    <a:pt x="149" y="156"/>
                    <a:pt x="96" y="156"/>
                  </a:cubicBezTo>
                  <a:cubicBezTo>
                    <a:pt x="96" y="156"/>
                    <a:pt x="96" y="156"/>
                    <a:pt x="96" y="156"/>
                  </a:cubicBezTo>
                  <a:cubicBezTo>
                    <a:pt x="77" y="156"/>
                    <a:pt x="77" y="156"/>
                    <a:pt x="77" y="156"/>
                  </a:cubicBezTo>
                  <a:cubicBezTo>
                    <a:pt x="57" y="181"/>
                    <a:pt x="22" y="184"/>
                    <a:pt x="20" y="184"/>
                  </a:cubicBezTo>
                  <a:cubicBezTo>
                    <a:pt x="20" y="184"/>
                    <a:pt x="20" y="184"/>
                    <a:pt x="20" y="184"/>
                  </a:cubicBezTo>
                  <a:close/>
                  <a:moveTo>
                    <a:pt x="96" y="8"/>
                  </a:moveTo>
                  <a:cubicBezTo>
                    <a:pt x="47" y="8"/>
                    <a:pt x="8" y="39"/>
                    <a:pt x="8" y="78"/>
                  </a:cubicBezTo>
                  <a:cubicBezTo>
                    <a:pt x="8" y="101"/>
                    <a:pt x="20" y="119"/>
                    <a:pt x="42" y="133"/>
                  </a:cubicBezTo>
                  <a:cubicBezTo>
                    <a:pt x="43" y="133"/>
                    <a:pt x="44" y="135"/>
                    <a:pt x="44" y="136"/>
                  </a:cubicBezTo>
                  <a:cubicBezTo>
                    <a:pt x="43" y="153"/>
                    <a:pt x="36" y="166"/>
                    <a:pt x="30" y="174"/>
                  </a:cubicBezTo>
                  <a:cubicBezTo>
                    <a:pt x="41" y="172"/>
                    <a:pt x="60" y="165"/>
                    <a:pt x="72" y="150"/>
                  </a:cubicBezTo>
                  <a:cubicBezTo>
                    <a:pt x="73" y="149"/>
                    <a:pt x="74" y="148"/>
                    <a:pt x="76" y="148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45" y="148"/>
                    <a:pt x="184" y="117"/>
                    <a:pt x="184" y="78"/>
                  </a:cubicBezTo>
                  <a:cubicBezTo>
                    <a:pt x="184" y="39"/>
                    <a:pt x="145" y="8"/>
                    <a:pt x="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236">
              <a:extLst>
                <a:ext uri="{FF2B5EF4-FFF2-40B4-BE49-F238E27FC236}">
                  <a16:creationId xmlns:a16="http://schemas.microsoft.com/office/drawing/2014/main" id="{9C35CBC8-6999-6BBC-6744-2A346F676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402" y="-88897"/>
              <a:ext cx="500063" cy="485775"/>
            </a:xfrm>
            <a:custGeom>
              <a:avLst/>
              <a:gdLst>
                <a:gd name="T0" fmla="*/ 137 w 157"/>
                <a:gd name="T1" fmla="*/ 153 h 153"/>
                <a:gd name="T2" fmla="*/ 137 w 157"/>
                <a:gd name="T3" fmla="*/ 153 h 153"/>
                <a:gd name="T4" fmla="*/ 80 w 157"/>
                <a:gd name="T5" fmla="*/ 125 h 153"/>
                <a:gd name="T6" fmla="*/ 61 w 157"/>
                <a:gd name="T7" fmla="*/ 125 h 153"/>
                <a:gd name="T8" fmla="*/ 61 w 157"/>
                <a:gd name="T9" fmla="*/ 125 h 153"/>
                <a:gd name="T10" fmla="*/ 3 w 157"/>
                <a:gd name="T11" fmla="*/ 108 h 153"/>
                <a:gd name="T12" fmla="*/ 2 w 157"/>
                <a:gd name="T13" fmla="*/ 103 h 153"/>
                <a:gd name="T14" fmla="*/ 7 w 157"/>
                <a:gd name="T15" fmla="*/ 102 h 153"/>
                <a:gd name="T16" fmla="*/ 61 w 157"/>
                <a:gd name="T17" fmla="*/ 117 h 153"/>
                <a:gd name="T18" fmla="*/ 81 w 157"/>
                <a:gd name="T19" fmla="*/ 117 h 153"/>
                <a:gd name="T20" fmla="*/ 85 w 157"/>
                <a:gd name="T21" fmla="*/ 119 h 153"/>
                <a:gd name="T22" fmla="*/ 127 w 157"/>
                <a:gd name="T23" fmla="*/ 143 h 153"/>
                <a:gd name="T24" fmla="*/ 113 w 157"/>
                <a:gd name="T25" fmla="*/ 105 h 153"/>
                <a:gd name="T26" fmla="*/ 115 w 157"/>
                <a:gd name="T27" fmla="*/ 102 h 153"/>
                <a:gd name="T28" fmla="*/ 149 w 157"/>
                <a:gd name="T29" fmla="*/ 47 h 153"/>
                <a:gd name="T30" fmla="*/ 127 w 157"/>
                <a:gd name="T31" fmla="*/ 8 h 153"/>
                <a:gd name="T32" fmla="*/ 126 w 157"/>
                <a:gd name="T33" fmla="*/ 3 h 153"/>
                <a:gd name="T34" fmla="*/ 131 w 157"/>
                <a:gd name="T35" fmla="*/ 2 h 153"/>
                <a:gd name="T36" fmla="*/ 157 w 157"/>
                <a:gd name="T37" fmla="*/ 47 h 153"/>
                <a:gd name="T38" fmla="*/ 121 w 157"/>
                <a:gd name="T39" fmla="*/ 107 h 153"/>
                <a:gd name="T40" fmla="*/ 140 w 157"/>
                <a:gd name="T41" fmla="*/ 146 h 153"/>
                <a:gd name="T42" fmla="*/ 141 w 157"/>
                <a:gd name="T43" fmla="*/ 151 h 153"/>
                <a:gd name="T44" fmla="*/ 137 w 157"/>
                <a:gd name="T4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153">
                  <a:moveTo>
                    <a:pt x="137" y="153"/>
                  </a:moveTo>
                  <a:cubicBezTo>
                    <a:pt x="137" y="153"/>
                    <a:pt x="137" y="153"/>
                    <a:pt x="137" y="153"/>
                  </a:cubicBezTo>
                  <a:cubicBezTo>
                    <a:pt x="135" y="153"/>
                    <a:pt x="100" y="150"/>
                    <a:pt x="80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37" y="125"/>
                    <a:pt x="17" y="119"/>
                    <a:pt x="3" y="108"/>
                  </a:cubicBezTo>
                  <a:cubicBezTo>
                    <a:pt x="1" y="107"/>
                    <a:pt x="0" y="104"/>
                    <a:pt x="2" y="103"/>
                  </a:cubicBezTo>
                  <a:cubicBezTo>
                    <a:pt x="3" y="101"/>
                    <a:pt x="6" y="100"/>
                    <a:pt x="7" y="102"/>
                  </a:cubicBezTo>
                  <a:cubicBezTo>
                    <a:pt x="21" y="112"/>
                    <a:pt x="39" y="117"/>
                    <a:pt x="61" y="117"/>
                  </a:cubicBezTo>
                  <a:cubicBezTo>
                    <a:pt x="81" y="117"/>
                    <a:pt x="81" y="117"/>
                    <a:pt x="81" y="117"/>
                  </a:cubicBezTo>
                  <a:cubicBezTo>
                    <a:pt x="83" y="117"/>
                    <a:pt x="84" y="118"/>
                    <a:pt x="85" y="119"/>
                  </a:cubicBezTo>
                  <a:cubicBezTo>
                    <a:pt x="97" y="134"/>
                    <a:pt x="116" y="141"/>
                    <a:pt x="127" y="143"/>
                  </a:cubicBezTo>
                  <a:cubicBezTo>
                    <a:pt x="121" y="135"/>
                    <a:pt x="114" y="122"/>
                    <a:pt x="113" y="105"/>
                  </a:cubicBezTo>
                  <a:cubicBezTo>
                    <a:pt x="113" y="104"/>
                    <a:pt x="114" y="102"/>
                    <a:pt x="115" y="102"/>
                  </a:cubicBezTo>
                  <a:cubicBezTo>
                    <a:pt x="137" y="88"/>
                    <a:pt x="149" y="70"/>
                    <a:pt x="149" y="47"/>
                  </a:cubicBezTo>
                  <a:cubicBezTo>
                    <a:pt x="149" y="36"/>
                    <a:pt x="142" y="20"/>
                    <a:pt x="127" y="8"/>
                  </a:cubicBezTo>
                  <a:cubicBezTo>
                    <a:pt x="125" y="7"/>
                    <a:pt x="124" y="4"/>
                    <a:pt x="126" y="3"/>
                  </a:cubicBezTo>
                  <a:cubicBezTo>
                    <a:pt x="127" y="1"/>
                    <a:pt x="130" y="0"/>
                    <a:pt x="131" y="2"/>
                  </a:cubicBezTo>
                  <a:cubicBezTo>
                    <a:pt x="149" y="15"/>
                    <a:pt x="157" y="34"/>
                    <a:pt x="157" y="47"/>
                  </a:cubicBezTo>
                  <a:cubicBezTo>
                    <a:pt x="157" y="72"/>
                    <a:pt x="145" y="93"/>
                    <a:pt x="121" y="107"/>
                  </a:cubicBezTo>
                  <a:cubicBezTo>
                    <a:pt x="124" y="130"/>
                    <a:pt x="140" y="146"/>
                    <a:pt x="140" y="146"/>
                  </a:cubicBezTo>
                  <a:cubicBezTo>
                    <a:pt x="141" y="147"/>
                    <a:pt x="141" y="149"/>
                    <a:pt x="141" y="151"/>
                  </a:cubicBezTo>
                  <a:cubicBezTo>
                    <a:pt x="140" y="152"/>
                    <a:pt x="139" y="153"/>
                    <a:pt x="137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0A9890D-AF2B-9279-B695-9FDDE22FBA49}"/>
              </a:ext>
            </a:extLst>
          </p:cNvPr>
          <p:cNvGrpSpPr/>
          <p:nvPr/>
        </p:nvGrpSpPr>
        <p:grpSpPr>
          <a:xfrm>
            <a:off x="12211763" y="5587833"/>
            <a:ext cx="686420" cy="684994"/>
            <a:chOff x="2542525" y="3857630"/>
            <a:chExt cx="765176" cy="763588"/>
          </a:xfrm>
          <a:solidFill>
            <a:schemeClr val="bg1"/>
          </a:solidFill>
        </p:grpSpPr>
        <p:sp>
          <p:nvSpPr>
            <p:cNvPr id="49" name="Freeform 1150">
              <a:extLst>
                <a:ext uri="{FF2B5EF4-FFF2-40B4-BE49-F238E27FC236}">
                  <a16:creationId xmlns:a16="http://schemas.microsoft.com/office/drawing/2014/main" id="{EB5FA8E7-37E2-7F25-0341-759BDCAC3F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2525" y="3857630"/>
              <a:ext cx="765176" cy="763588"/>
            </a:xfrm>
            <a:custGeom>
              <a:avLst/>
              <a:gdLst>
                <a:gd name="T0" fmla="*/ 120 w 240"/>
                <a:gd name="T1" fmla="*/ 240 h 240"/>
                <a:gd name="T2" fmla="*/ 0 w 240"/>
                <a:gd name="T3" fmla="*/ 120 h 240"/>
                <a:gd name="T4" fmla="*/ 120 w 240"/>
                <a:gd name="T5" fmla="*/ 0 h 240"/>
                <a:gd name="T6" fmla="*/ 240 w 240"/>
                <a:gd name="T7" fmla="*/ 120 h 240"/>
                <a:gd name="T8" fmla="*/ 120 w 240"/>
                <a:gd name="T9" fmla="*/ 240 h 240"/>
                <a:gd name="T10" fmla="*/ 120 w 240"/>
                <a:gd name="T11" fmla="*/ 8 h 240"/>
                <a:gd name="T12" fmla="*/ 8 w 240"/>
                <a:gd name="T13" fmla="*/ 120 h 240"/>
                <a:gd name="T14" fmla="*/ 120 w 240"/>
                <a:gd name="T15" fmla="*/ 232 h 240"/>
                <a:gd name="T16" fmla="*/ 232 w 240"/>
                <a:gd name="T17" fmla="*/ 120 h 240"/>
                <a:gd name="T18" fmla="*/ 120 w 240"/>
                <a:gd name="T19" fmla="*/ 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240">
                  <a:moveTo>
                    <a:pt x="120" y="240"/>
                  </a:moveTo>
                  <a:cubicBezTo>
                    <a:pt x="54" y="240"/>
                    <a:pt x="0" y="186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186" y="0"/>
                    <a:pt x="240" y="54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lose/>
                  <a:moveTo>
                    <a:pt x="120" y="8"/>
                  </a:moveTo>
                  <a:cubicBezTo>
                    <a:pt x="58" y="8"/>
                    <a:pt x="8" y="58"/>
                    <a:pt x="8" y="120"/>
                  </a:cubicBezTo>
                  <a:cubicBezTo>
                    <a:pt x="8" y="182"/>
                    <a:pt x="58" y="232"/>
                    <a:pt x="120" y="232"/>
                  </a:cubicBezTo>
                  <a:cubicBezTo>
                    <a:pt x="182" y="232"/>
                    <a:pt x="232" y="182"/>
                    <a:pt x="232" y="120"/>
                  </a:cubicBezTo>
                  <a:cubicBezTo>
                    <a:pt x="232" y="58"/>
                    <a:pt x="182" y="8"/>
                    <a:pt x="1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1151">
              <a:extLst>
                <a:ext uri="{FF2B5EF4-FFF2-40B4-BE49-F238E27FC236}">
                  <a16:creationId xmlns:a16="http://schemas.microsoft.com/office/drawing/2014/main" id="{F18A1AD2-1DDD-CBC9-8C3B-938F89460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988" y="3857630"/>
              <a:ext cx="200025" cy="760413"/>
            </a:xfrm>
            <a:custGeom>
              <a:avLst/>
              <a:gdLst>
                <a:gd name="T0" fmla="*/ 5 w 63"/>
                <a:gd name="T1" fmla="*/ 239 h 239"/>
                <a:gd name="T2" fmla="*/ 2 w 63"/>
                <a:gd name="T3" fmla="*/ 238 h 239"/>
                <a:gd name="T4" fmla="*/ 2 w 63"/>
                <a:gd name="T5" fmla="*/ 232 h 239"/>
                <a:gd name="T6" fmla="*/ 55 w 63"/>
                <a:gd name="T7" fmla="*/ 120 h 239"/>
                <a:gd name="T8" fmla="*/ 2 w 63"/>
                <a:gd name="T9" fmla="*/ 8 h 239"/>
                <a:gd name="T10" fmla="*/ 2 w 63"/>
                <a:gd name="T11" fmla="*/ 2 h 239"/>
                <a:gd name="T12" fmla="*/ 8 w 63"/>
                <a:gd name="T13" fmla="*/ 2 h 239"/>
                <a:gd name="T14" fmla="*/ 63 w 63"/>
                <a:gd name="T15" fmla="*/ 120 h 239"/>
                <a:gd name="T16" fmla="*/ 8 w 63"/>
                <a:gd name="T17" fmla="*/ 238 h 239"/>
                <a:gd name="T18" fmla="*/ 5 w 63"/>
                <a:gd name="T19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39">
                  <a:moveTo>
                    <a:pt x="5" y="239"/>
                  </a:moveTo>
                  <a:cubicBezTo>
                    <a:pt x="4" y="239"/>
                    <a:pt x="3" y="239"/>
                    <a:pt x="2" y="238"/>
                  </a:cubicBezTo>
                  <a:cubicBezTo>
                    <a:pt x="0" y="236"/>
                    <a:pt x="1" y="234"/>
                    <a:pt x="2" y="232"/>
                  </a:cubicBezTo>
                  <a:cubicBezTo>
                    <a:pt x="36" y="203"/>
                    <a:pt x="55" y="162"/>
                    <a:pt x="55" y="120"/>
                  </a:cubicBezTo>
                  <a:cubicBezTo>
                    <a:pt x="55" y="78"/>
                    <a:pt x="36" y="37"/>
                    <a:pt x="2" y="8"/>
                  </a:cubicBezTo>
                  <a:cubicBezTo>
                    <a:pt x="1" y="6"/>
                    <a:pt x="1" y="4"/>
                    <a:pt x="2" y="2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43" y="33"/>
                    <a:pt x="63" y="76"/>
                    <a:pt x="63" y="120"/>
                  </a:cubicBezTo>
                  <a:cubicBezTo>
                    <a:pt x="63" y="164"/>
                    <a:pt x="43" y="207"/>
                    <a:pt x="8" y="238"/>
                  </a:cubicBezTo>
                  <a:cubicBezTo>
                    <a:pt x="7" y="239"/>
                    <a:pt x="6" y="239"/>
                    <a:pt x="5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1152">
              <a:extLst>
                <a:ext uri="{FF2B5EF4-FFF2-40B4-BE49-F238E27FC236}">
                  <a16:creationId xmlns:a16="http://schemas.microsoft.com/office/drawing/2014/main" id="{58DBCF62-EAF3-C9F8-569C-E5F098731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213" y="3857630"/>
              <a:ext cx="200025" cy="760413"/>
            </a:xfrm>
            <a:custGeom>
              <a:avLst/>
              <a:gdLst>
                <a:gd name="T0" fmla="*/ 58 w 63"/>
                <a:gd name="T1" fmla="*/ 239 h 239"/>
                <a:gd name="T2" fmla="*/ 55 w 63"/>
                <a:gd name="T3" fmla="*/ 238 h 239"/>
                <a:gd name="T4" fmla="*/ 0 w 63"/>
                <a:gd name="T5" fmla="*/ 120 h 239"/>
                <a:gd name="T6" fmla="*/ 55 w 63"/>
                <a:gd name="T7" fmla="*/ 2 h 239"/>
                <a:gd name="T8" fmla="*/ 61 w 63"/>
                <a:gd name="T9" fmla="*/ 2 h 239"/>
                <a:gd name="T10" fmla="*/ 61 w 63"/>
                <a:gd name="T11" fmla="*/ 8 h 239"/>
                <a:gd name="T12" fmla="*/ 8 w 63"/>
                <a:gd name="T13" fmla="*/ 120 h 239"/>
                <a:gd name="T14" fmla="*/ 61 w 63"/>
                <a:gd name="T15" fmla="*/ 232 h 239"/>
                <a:gd name="T16" fmla="*/ 61 w 63"/>
                <a:gd name="T17" fmla="*/ 238 h 239"/>
                <a:gd name="T18" fmla="*/ 58 w 63"/>
                <a:gd name="T19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39">
                  <a:moveTo>
                    <a:pt x="58" y="239"/>
                  </a:moveTo>
                  <a:cubicBezTo>
                    <a:pt x="57" y="239"/>
                    <a:pt x="56" y="239"/>
                    <a:pt x="55" y="238"/>
                  </a:cubicBezTo>
                  <a:cubicBezTo>
                    <a:pt x="20" y="207"/>
                    <a:pt x="0" y="164"/>
                    <a:pt x="0" y="120"/>
                  </a:cubicBezTo>
                  <a:cubicBezTo>
                    <a:pt x="0" y="76"/>
                    <a:pt x="20" y="33"/>
                    <a:pt x="55" y="2"/>
                  </a:cubicBezTo>
                  <a:cubicBezTo>
                    <a:pt x="57" y="0"/>
                    <a:pt x="60" y="0"/>
                    <a:pt x="61" y="2"/>
                  </a:cubicBezTo>
                  <a:cubicBezTo>
                    <a:pt x="63" y="4"/>
                    <a:pt x="62" y="6"/>
                    <a:pt x="61" y="8"/>
                  </a:cubicBezTo>
                  <a:cubicBezTo>
                    <a:pt x="27" y="37"/>
                    <a:pt x="8" y="78"/>
                    <a:pt x="8" y="120"/>
                  </a:cubicBezTo>
                  <a:cubicBezTo>
                    <a:pt x="8" y="162"/>
                    <a:pt x="27" y="203"/>
                    <a:pt x="61" y="232"/>
                  </a:cubicBezTo>
                  <a:cubicBezTo>
                    <a:pt x="62" y="234"/>
                    <a:pt x="62" y="236"/>
                    <a:pt x="61" y="238"/>
                  </a:cubicBezTo>
                  <a:cubicBezTo>
                    <a:pt x="60" y="239"/>
                    <a:pt x="59" y="239"/>
                    <a:pt x="58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153">
              <a:extLst>
                <a:ext uri="{FF2B5EF4-FFF2-40B4-BE49-F238E27FC236}">
                  <a16:creationId xmlns:a16="http://schemas.microsoft.com/office/drawing/2014/main" id="{DCE71CF5-D67A-91BD-2692-4106FFC48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413" y="3857630"/>
              <a:ext cx="25400" cy="763588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154">
              <a:extLst>
                <a:ext uri="{FF2B5EF4-FFF2-40B4-BE49-F238E27FC236}">
                  <a16:creationId xmlns:a16="http://schemas.microsoft.com/office/drawing/2014/main" id="{563EEB87-11DB-C61B-F1FF-506C62FA8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025" y="4418018"/>
              <a:ext cx="638176" cy="25400"/>
            </a:xfrm>
            <a:custGeom>
              <a:avLst/>
              <a:gdLst>
                <a:gd name="T0" fmla="*/ 196 w 200"/>
                <a:gd name="T1" fmla="*/ 8 h 8"/>
                <a:gd name="T2" fmla="*/ 4 w 200"/>
                <a:gd name="T3" fmla="*/ 8 h 8"/>
                <a:gd name="T4" fmla="*/ 0 w 200"/>
                <a:gd name="T5" fmla="*/ 4 h 8"/>
                <a:gd name="T6" fmla="*/ 4 w 200"/>
                <a:gd name="T7" fmla="*/ 0 h 8"/>
                <a:gd name="T8" fmla="*/ 196 w 200"/>
                <a:gd name="T9" fmla="*/ 0 h 8"/>
                <a:gd name="T10" fmla="*/ 200 w 200"/>
                <a:gd name="T11" fmla="*/ 4 h 8"/>
                <a:gd name="T12" fmla="*/ 196 w 20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8">
                  <a:moveTo>
                    <a:pt x="19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8" y="0"/>
                    <a:pt x="200" y="2"/>
                    <a:pt x="200" y="4"/>
                  </a:cubicBezTo>
                  <a:cubicBezTo>
                    <a:pt x="200" y="6"/>
                    <a:pt x="198" y="8"/>
                    <a:pt x="1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155">
              <a:extLst>
                <a:ext uri="{FF2B5EF4-FFF2-40B4-BE49-F238E27FC236}">
                  <a16:creationId xmlns:a16="http://schemas.microsoft.com/office/drawing/2014/main" id="{B84BD631-8D2A-A7E2-5ABB-B04532232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025" y="4037018"/>
              <a:ext cx="638176" cy="25400"/>
            </a:xfrm>
            <a:custGeom>
              <a:avLst/>
              <a:gdLst>
                <a:gd name="T0" fmla="*/ 196 w 200"/>
                <a:gd name="T1" fmla="*/ 8 h 8"/>
                <a:gd name="T2" fmla="*/ 4 w 200"/>
                <a:gd name="T3" fmla="*/ 8 h 8"/>
                <a:gd name="T4" fmla="*/ 0 w 200"/>
                <a:gd name="T5" fmla="*/ 4 h 8"/>
                <a:gd name="T6" fmla="*/ 4 w 200"/>
                <a:gd name="T7" fmla="*/ 0 h 8"/>
                <a:gd name="T8" fmla="*/ 196 w 200"/>
                <a:gd name="T9" fmla="*/ 0 h 8"/>
                <a:gd name="T10" fmla="*/ 200 w 200"/>
                <a:gd name="T11" fmla="*/ 4 h 8"/>
                <a:gd name="T12" fmla="*/ 196 w 20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8">
                  <a:moveTo>
                    <a:pt x="19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8" y="0"/>
                    <a:pt x="200" y="2"/>
                    <a:pt x="200" y="4"/>
                  </a:cubicBezTo>
                  <a:cubicBezTo>
                    <a:pt x="200" y="6"/>
                    <a:pt x="198" y="8"/>
                    <a:pt x="1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156">
              <a:extLst>
                <a:ext uri="{FF2B5EF4-FFF2-40B4-BE49-F238E27FC236}">
                  <a16:creationId xmlns:a16="http://schemas.microsoft.com/office/drawing/2014/main" id="{095D9296-A25C-507E-FC3A-26F676A3E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525" y="4227518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4E829A-6982-8257-22BB-9E060D22D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380428" y="-5919868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16" grpId="0" build="p"/>
      <p:bldP spid="1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2815-F733-43E1-68D1-7F122D21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52C2E0-7FC9-6E65-BDF8-B6C52CAB122D}"/>
              </a:ext>
            </a:extLst>
          </p:cNvPr>
          <p:cNvSpPr/>
          <p:nvPr/>
        </p:nvSpPr>
        <p:spPr>
          <a:xfrm>
            <a:off x="5494239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4B9061-4A41-0258-DD5C-94D285CF354A}"/>
              </a:ext>
            </a:extLst>
          </p:cNvPr>
          <p:cNvSpPr/>
          <p:nvPr/>
        </p:nvSpPr>
        <p:spPr>
          <a:xfrm>
            <a:off x="17731350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E8CEB8-2F89-7992-18C5-4BB8C84B6CF9}"/>
              </a:ext>
            </a:extLst>
          </p:cNvPr>
          <p:cNvSpPr/>
          <p:nvPr/>
        </p:nvSpPr>
        <p:spPr>
          <a:xfrm>
            <a:off x="11614129" y="4470200"/>
            <a:ext cx="5047688" cy="65709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3AAACC-8C1C-6484-823B-A71B70D8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11</a:t>
            </a:fld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ABEB05-9111-246F-2052-E1288FE55F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OUR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				</a:t>
            </a:r>
            <a:r>
              <a:rPr kumimoji="0" lang="en-US" sz="1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Data Sources</a:t>
            </a:r>
            <a:endParaRPr kumimoji="0" lang="en-ID" sz="1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layfair Display" pitchFamily="2" charset="0"/>
              <a:ea typeface="+mn-ea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C0328CC-B504-FBE5-BA6C-357CF77A34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World University Rankings 2025 (1,503 institutions) and THE World University Rankings 2024 (867 institutions) provide the master ranking and primary research metrics.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BCBBB9-7AF5-9BAE-BC6B-5570A53AE3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University Rankings 2023 (812 institutions), used as the fallback research metric source and for student body and diversity indicators.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0555AD-B276-7531-1152-2AB29C6C91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Bank Education Statistics: 55,918 rows of country level indicators, synced down to 33,450 rows matching the master university countries.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83923A2-0C59-C2DC-F2B6-9D2E5E6C87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&amp; THE WORLD RANKINGS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0803201-3088-74BB-3CA1-E3F843D48A5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UNIVERSITY RANKINGS 2023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52912EB-F81D-4DE7-93DC-EC35D3278B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BANK EDSTATS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7252D29-938A-B6B2-2849-3A9DB9C58376}"/>
              </a:ext>
            </a:extLst>
          </p:cNvPr>
          <p:cNvGrpSpPr/>
          <p:nvPr/>
        </p:nvGrpSpPr>
        <p:grpSpPr>
          <a:xfrm>
            <a:off x="6091873" y="5634676"/>
            <a:ext cx="686583" cy="638151"/>
            <a:chOff x="3944289" y="-314322"/>
            <a:chExt cx="765176" cy="711200"/>
          </a:xfrm>
          <a:solidFill>
            <a:schemeClr val="bg1"/>
          </a:solidFill>
        </p:grpSpPr>
        <p:sp>
          <p:nvSpPr>
            <p:cNvPr id="40" name="Freeform 1235">
              <a:extLst>
                <a:ext uri="{FF2B5EF4-FFF2-40B4-BE49-F238E27FC236}">
                  <a16:creationId xmlns:a16="http://schemas.microsoft.com/office/drawing/2014/main" id="{92DB173C-D2FB-2D17-34D3-66AFDFD26D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44289" y="-314322"/>
              <a:ext cx="612776" cy="584200"/>
            </a:xfrm>
            <a:custGeom>
              <a:avLst/>
              <a:gdLst>
                <a:gd name="T0" fmla="*/ 20 w 192"/>
                <a:gd name="T1" fmla="*/ 184 h 184"/>
                <a:gd name="T2" fmla="*/ 16 w 192"/>
                <a:gd name="T3" fmla="*/ 182 h 184"/>
                <a:gd name="T4" fmla="*/ 17 w 192"/>
                <a:gd name="T5" fmla="*/ 177 h 184"/>
                <a:gd name="T6" fmla="*/ 36 w 192"/>
                <a:gd name="T7" fmla="*/ 138 h 184"/>
                <a:gd name="T8" fmla="*/ 0 w 192"/>
                <a:gd name="T9" fmla="*/ 78 h 184"/>
                <a:gd name="T10" fmla="*/ 96 w 192"/>
                <a:gd name="T11" fmla="*/ 0 h 184"/>
                <a:gd name="T12" fmla="*/ 192 w 192"/>
                <a:gd name="T13" fmla="*/ 78 h 184"/>
                <a:gd name="T14" fmla="*/ 96 w 192"/>
                <a:gd name="T15" fmla="*/ 156 h 184"/>
                <a:gd name="T16" fmla="*/ 96 w 192"/>
                <a:gd name="T17" fmla="*/ 156 h 184"/>
                <a:gd name="T18" fmla="*/ 77 w 192"/>
                <a:gd name="T19" fmla="*/ 156 h 184"/>
                <a:gd name="T20" fmla="*/ 20 w 192"/>
                <a:gd name="T21" fmla="*/ 184 h 184"/>
                <a:gd name="T22" fmla="*/ 20 w 192"/>
                <a:gd name="T23" fmla="*/ 184 h 184"/>
                <a:gd name="T24" fmla="*/ 96 w 192"/>
                <a:gd name="T25" fmla="*/ 8 h 184"/>
                <a:gd name="T26" fmla="*/ 8 w 192"/>
                <a:gd name="T27" fmla="*/ 78 h 184"/>
                <a:gd name="T28" fmla="*/ 42 w 192"/>
                <a:gd name="T29" fmla="*/ 133 h 184"/>
                <a:gd name="T30" fmla="*/ 44 w 192"/>
                <a:gd name="T31" fmla="*/ 136 h 184"/>
                <a:gd name="T32" fmla="*/ 30 w 192"/>
                <a:gd name="T33" fmla="*/ 174 h 184"/>
                <a:gd name="T34" fmla="*/ 72 w 192"/>
                <a:gd name="T35" fmla="*/ 150 h 184"/>
                <a:gd name="T36" fmla="*/ 76 w 192"/>
                <a:gd name="T37" fmla="*/ 148 h 184"/>
                <a:gd name="T38" fmla="*/ 96 w 192"/>
                <a:gd name="T39" fmla="*/ 148 h 184"/>
                <a:gd name="T40" fmla="*/ 184 w 192"/>
                <a:gd name="T41" fmla="*/ 78 h 184"/>
                <a:gd name="T42" fmla="*/ 96 w 192"/>
                <a:gd name="T43" fmla="*/ 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2" h="184">
                  <a:moveTo>
                    <a:pt x="20" y="184"/>
                  </a:moveTo>
                  <a:cubicBezTo>
                    <a:pt x="18" y="184"/>
                    <a:pt x="17" y="183"/>
                    <a:pt x="16" y="182"/>
                  </a:cubicBezTo>
                  <a:cubicBezTo>
                    <a:pt x="16" y="180"/>
                    <a:pt x="16" y="178"/>
                    <a:pt x="17" y="177"/>
                  </a:cubicBezTo>
                  <a:cubicBezTo>
                    <a:pt x="17" y="177"/>
                    <a:pt x="33" y="161"/>
                    <a:pt x="36" y="138"/>
                  </a:cubicBezTo>
                  <a:cubicBezTo>
                    <a:pt x="12" y="124"/>
                    <a:pt x="0" y="103"/>
                    <a:pt x="0" y="78"/>
                  </a:cubicBezTo>
                  <a:cubicBezTo>
                    <a:pt x="0" y="35"/>
                    <a:pt x="43" y="0"/>
                    <a:pt x="96" y="0"/>
                  </a:cubicBezTo>
                  <a:cubicBezTo>
                    <a:pt x="149" y="0"/>
                    <a:pt x="192" y="35"/>
                    <a:pt x="192" y="78"/>
                  </a:cubicBezTo>
                  <a:cubicBezTo>
                    <a:pt x="192" y="121"/>
                    <a:pt x="149" y="156"/>
                    <a:pt x="96" y="156"/>
                  </a:cubicBezTo>
                  <a:cubicBezTo>
                    <a:pt x="96" y="156"/>
                    <a:pt x="96" y="156"/>
                    <a:pt x="96" y="156"/>
                  </a:cubicBezTo>
                  <a:cubicBezTo>
                    <a:pt x="77" y="156"/>
                    <a:pt x="77" y="156"/>
                    <a:pt x="77" y="156"/>
                  </a:cubicBezTo>
                  <a:cubicBezTo>
                    <a:pt x="57" y="181"/>
                    <a:pt x="22" y="184"/>
                    <a:pt x="20" y="184"/>
                  </a:cubicBezTo>
                  <a:cubicBezTo>
                    <a:pt x="20" y="184"/>
                    <a:pt x="20" y="184"/>
                    <a:pt x="20" y="184"/>
                  </a:cubicBezTo>
                  <a:close/>
                  <a:moveTo>
                    <a:pt x="96" y="8"/>
                  </a:moveTo>
                  <a:cubicBezTo>
                    <a:pt x="47" y="8"/>
                    <a:pt x="8" y="39"/>
                    <a:pt x="8" y="78"/>
                  </a:cubicBezTo>
                  <a:cubicBezTo>
                    <a:pt x="8" y="101"/>
                    <a:pt x="20" y="119"/>
                    <a:pt x="42" y="133"/>
                  </a:cubicBezTo>
                  <a:cubicBezTo>
                    <a:pt x="43" y="133"/>
                    <a:pt x="44" y="135"/>
                    <a:pt x="44" y="136"/>
                  </a:cubicBezTo>
                  <a:cubicBezTo>
                    <a:pt x="43" y="153"/>
                    <a:pt x="36" y="166"/>
                    <a:pt x="30" y="174"/>
                  </a:cubicBezTo>
                  <a:cubicBezTo>
                    <a:pt x="41" y="172"/>
                    <a:pt x="60" y="165"/>
                    <a:pt x="72" y="150"/>
                  </a:cubicBezTo>
                  <a:cubicBezTo>
                    <a:pt x="73" y="149"/>
                    <a:pt x="74" y="148"/>
                    <a:pt x="76" y="148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145" y="148"/>
                    <a:pt x="184" y="117"/>
                    <a:pt x="184" y="78"/>
                  </a:cubicBezTo>
                  <a:cubicBezTo>
                    <a:pt x="184" y="39"/>
                    <a:pt x="145" y="8"/>
                    <a:pt x="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1" name="Freeform 1236">
              <a:extLst>
                <a:ext uri="{FF2B5EF4-FFF2-40B4-BE49-F238E27FC236}">
                  <a16:creationId xmlns:a16="http://schemas.microsoft.com/office/drawing/2014/main" id="{74025CC6-71A9-DC53-D096-B33389CAE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402" y="-88897"/>
              <a:ext cx="500063" cy="485775"/>
            </a:xfrm>
            <a:custGeom>
              <a:avLst/>
              <a:gdLst>
                <a:gd name="T0" fmla="*/ 137 w 157"/>
                <a:gd name="T1" fmla="*/ 153 h 153"/>
                <a:gd name="T2" fmla="*/ 137 w 157"/>
                <a:gd name="T3" fmla="*/ 153 h 153"/>
                <a:gd name="T4" fmla="*/ 80 w 157"/>
                <a:gd name="T5" fmla="*/ 125 h 153"/>
                <a:gd name="T6" fmla="*/ 61 w 157"/>
                <a:gd name="T7" fmla="*/ 125 h 153"/>
                <a:gd name="T8" fmla="*/ 61 w 157"/>
                <a:gd name="T9" fmla="*/ 125 h 153"/>
                <a:gd name="T10" fmla="*/ 3 w 157"/>
                <a:gd name="T11" fmla="*/ 108 h 153"/>
                <a:gd name="T12" fmla="*/ 2 w 157"/>
                <a:gd name="T13" fmla="*/ 103 h 153"/>
                <a:gd name="T14" fmla="*/ 7 w 157"/>
                <a:gd name="T15" fmla="*/ 102 h 153"/>
                <a:gd name="T16" fmla="*/ 61 w 157"/>
                <a:gd name="T17" fmla="*/ 117 h 153"/>
                <a:gd name="T18" fmla="*/ 81 w 157"/>
                <a:gd name="T19" fmla="*/ 117 h 153"/>
                <a:gd name="T20" fmla="*/ 85 w 157"/>
                <a:gd name="T21" fmla="*/ 119 h 153"/>
                <a:gd name="T22" fmla="*/ 127 w 157"/>
                <a:gd name="T23" fmla="*/ 143 h 153"/>
                <a:gd name="T24" fmla="*/ 113 w 157"/>
                <a:gd name="T25" fmla="*/ 105 h 153"/>
                <a:gd name="T26" fmla="*/ 115 w 157"/>
                <a:gd name="T27" fmla="*/ 102 h 153"/>
                <a:gd name="T28" fmla="*/ 149 w 157"/>
                <a:gd name="T29" fmla="*/ 47 h 153"/>
                <a:gd name="T30" fmla="*/ 127 w 157"/>
                <a:gd name="T31" fmla="*/ 8 h 153"/>
                <a:gd name="T32" fmla="*/ 126 w 157"/>
                <a:gd name="T33" fmla="*/ 3 h 153"/>
                <a:gd name="T34" fmla="*/ 131 w 157"/>
                <a:gd name="T35" fmla="*/ 2 h 153"/>
                <a:gd name="T36" fmla="*/ 157 w 157"/>
                <a:gd name="T37" fmla="*/ 47 h 153"/>
                <a:gd name="T38" fmla="*/ 121 w 157"/>
                <a:gd name="T39" fmla="*/ 107 h 153"/>
                <a:gd name="T40" fmla="*/ 140 w 157"/>
                <a:gd name="T41" fmla="*/ 146 h 153"/>
                <a:gd name="T42" fmla="*/ 141 w 157"/>
                <a:gd name="T43" fmla="*/ 151 h 153"/>
                <a:gd name="T44" fmla="*/ 137 w 157"/>
                <a:gd name="T4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57" h="153">
                  <a:moveTo>
                    <a:pt x="137" y="153"/>
                  </a:moveTo>
                  <a:cubicBezTo>
                    <a:pt x="137" y="153"/>
                    <a:pt x="137" y="153"/>
                    <a:pt x="137" y="153"/>
                  </a:cubicBezTo>
                  <a:cubicBezTo>
                    <a:pt x="135" y="153"/>
                    <a:pt x="100" y="150"/>
                    <a:pt x="80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61" y="125"/>
                    <a:pt x="61" y="125"/>
                    <a:pt x="61" y="125"/>
                  </a:cubicBezTo>
                  <a:cubicBezTo>
                    <a:pt x="37" y="125"/>
                    <a:pt x="17" y="119"/>
                    <a:pt x="3" y="108"/>
                  </a:cubicBezTo>
                  <a:cubicBezTo>
                    <a:pt x="1" y="107"/>
                    <a:pt x="0" y="104"/>
                    <a:pt x="2" y="103"/>
                  </a:cubicBezTo>
                  <a:cubicBezTo>
                    <a:pt x="3" y="101"/>
                    <a:pt x="6" y="100"/>
                    <a:pt x="7" y="102"/>
                  </a:cubicBezTo>
                  <a:cubicBezTo>
                    <a:pt x="21" y="112"/>
                    <a:pt x="39" y="117"/>
                    <a:pt x="61" y="117"/>
                  </a:cubicBezTo>
                  <a:cubicBezTo>
                    <a:pt x="81" y="117"/>
                    <a:pt x="81" y="117"/>
                    <a:pt x="81" y="117"/>
                  </a:cubicBezTo>
                  <a:cubicBezTo>
                    <a:pt x="83" y="117"/>
                    <a:pt x="84" y="118"/>
                    <a:pt x="85" y="119"/>
                  </a:cubicBezTo>
                  <a:cubicBezTo>
                    <a:pt x="97" y="134"/>
                    <a:pt x="116" y="141"/>
                    <a:pt x="127" y="143"/>
                  </a:cubicBezTo>
                  <a:cubicBezTo>
                    <a:pt x="121" y="135"/>
                    <a:pt x="114" y="122"/>
                    <a:pt x="113" y="105"/>
                  </a:cubicBezTo>
                  <a:cubicBezTo>
                    <a:pt x="113" y="104"/>
                    <a:pt x="114" y="102"/>
                    <a:pt x="115" y="102"/>
                  </a:cubicBezTo>
                  <a:cubicBezTo>
                    <a:pt x="137" y="88"/>
                    <a:pt x="149" y="70"/>
                    <a:pt x="149" y="47"/>
                  </a:cubicBezTo>
                  <a:cubicBezTo>
                    <a:pt x="149" y="36"/>
                    <a:pt x="142" y="20"/>
                    <a:pt x="127" y="8"/>
                  </a:cubicBezTo>
                  <a:cubicBezTo>
                    <a:pt x="125" y="7"/>
                    <a:pt x="124" y="4"/>
                    <a:pt x="126" y="3"/>
                  </a:cubicBezTo>
                  <a:cubicBezTo>
                    <a:pt x="127" y="1"/>
                    <a:pt x="130" y="0"/>
                    <a:pt x="131" y="2"/>
                  </a:cubicBezTo>
                  <a:cubicBezTo>
                    <a:pt x="149" y="15"/>
                    <a:pt x="157" y="34"/>
                    <a:pt x="157" y="47"/>
                  </a:cubicBezTo>
                  <a:cubicBezTo>
                    <a:pt x="157" y="72"/>
                    <a:pt x="145" y="93"/>
                    <a:pt x="121" y="107"/>
                  </a:cubicBezTo>
                  <a:cubicBezTo>
                    <a:pt x="124" y="130"/>
                    <a:pt x="140" y="146"/>
                    <a:pt x="140" y="146"/>
                  </a:cubicBezTo>
                  <a:cubicBezTo>
                    <a:pt x="141" y="147"/>
                    <a:pt x="141" y="149"/>
                    <a:pt x="141" y="151"/>
                  </a:cubicBezTo>
                  <a:cubicBezTo>
                    <a:pt x="140" y="152"/>
                    <a:pt x="139" y="153"/>
                    <a:pt x="137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2203F2B-D2DA-5C79-CAA4-DE4D02EF161D}"/>
              </a:ext>
            </a:extLst>
          </p:cNvPr>
          <p:cNvGrpSpPr/>
          <p:nvPr/>
        </p:nvGrpSpPr>
        <p:grpSpPr>
          <a:xfrm>
            <a:off x="18331653" y="5587669"/>
            <a:ext cx="686585" cy="685158"/>
            <a:chOff x="9223633" y="-838215"/>
            <a:chExt cx="412923" cy="412065"/>
          </a:xfrm>
          <a:solidFill>
            <a:schemeClr val="bg1"/>
          </a:solidFill>
        </p:grpSpPr>
        <p:sp>
          <p:nvSpPr>
            <p:cNvPr id="43" name="Freeform 1324">
              <a:extLst>
                <a:ext uri="{FF2B5EF4-FFF2-40B4-BE49-F238E27FC236}">
                  <a16:creationId xmlns:a16="http://schemas.microsoft.com/office/drawing/2014/main" id="{805DC636-1008-6C8D-D05B-2F9DD82126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2337" y="-838215"/>
              <a:ext cx="124219" cy="12336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1" y="8"/>
                    <a:pt x="8" y="21"/>
                    <a:pt x="8" y="36"/>
                  </a:cubicBezTo>
                  <a:cubicBezTo>
                    <a:pt x="8" y="51"/>
                    <a:pt x="21" y="64"/>
                    <a:pt x="36" y="64"/>
                  </a:cubicBezTo>
                  <a:cubicBezTo>
                    <a:pt x="51" y="64"/>
                    <a:pt x="64" y="51"/>
                    <a:pt x="64" y="36"/>
                  </a:cubicBezTo>
                  <a:cubicBezTo>
                    <a:pt x="64" y="21"/>
                    <a:pt x="51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1325">
              <a:extLst>
                <a:ext uri="{FF2B5EF4-FFF2-40B4-BE49-F238E27FC236}">
                  <a16:creationId xmlns:a16="http://schemas.microsoft.com/office/drawing/2014/main" id="{69C0D66E-C834-84BA-38A6-CA1C40E30E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2337" y="-549512"/>
              <a:ext cx="124219" cy="12336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1" y="8"/>
                    <a:pt x="8" y="21"/>
                    <a:pt x="8" y="36"/>
                  </a:cubicBezTo>
                  <a:cubicBezTo>
                    <a:pt x="8" y="51"/>
                    <a:pt x="21" y="64"/>
                    <a:pt x="36" y="64"/>
                  </a:cubicBezTo>
                  <a:cubicBezTo>
                    <a:pt x="51" y="64"/>
                    <a:pt x="64" y="51"/>
                    <a:pt x="64" y="36"/>
                  </a:cubicBezTo>
                  <a:cubicBezTo>
                    <a:pt x="64" y="21"/>
                    <a:pt x="51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5" name="Freeform 1326">
              <a:extLst>
                <a:ext uri="{FF2B5EF4-FFF2-40B4-BE49-F238E27FC236}">
                  <a16:creationId xmlns:a16="http://schemas.microsoft.com/office/drawing/2014/main" id="{9D658498-70BE-8D92-AC47-157A6E7AC8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3633" y="-694292"/>
              <a:ext cx="124219" cy="124219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1" y="8"/>
                    <a:pt x="8" y="21"/>
                    <a:pt x="8" y="36"/>
                  </a:cubicBezTo>
                  <a:cubicBezTo>
                    <a:pt x="8" y="51"/>
                    <a:pt x="21" y="64"/>
                    <a:pt x="36" y="64"/>
                  </a:cubicBezTo>
                  <a:cubicBezTo>
                    <a:pt x="51" y="64"/>
                    <a:pt x="64" y="51"/>
                    <a:pt x="64" y="36"/>
                  </a:cubicBezTo>
                  <a:cubicBezTo>
                    <a:pt x="64" y="21"/>
                    <a:pt x="51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6" name="Freeform 1328">
              <a:extLst>
                <a:ext uri="{FF2B5EF4-FFF2-40B4-BE49-F238E27FC236}">
                  <a16:creationId xmlns:a16="http://schemas.microsoft.com/office/drawing/2014/main" id="{94B0597E-5F88-9194-9992-E00BEAA85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7292" y="-759400"/>
              <a:ext cx="205605" cy="109655"/>
            </a:xfrm>
            <a:custGeom>
              <a:avLst/>
              <a:gdLst>
                <a:gd name="T0" fmla="*/ 5 w 120"/>
                <a:gd name="T1" fmla="*/ 64 h 64"/>
                <a:gd name="T2" fmla="*/ 1 w 120"/>
                <a:gd name="T3" fmla="*/ 61 h 64"/>
                <a:gd name="T4" fmla="*/ 3 w 120"/>
                <a:gd name="T5" fmla="*/ 56 h 64"/>
                <a:gd name="T6" fmla="*/ 114 w 120"/>
                <a:gd name="T7" fmla="*/ 1 h 64"/>
                <a:gd name="T8" fmla="*/ 119 w 120"/>
                <a:gd name="T9" fmla="*/ 3 h 64"/>
                <a:gd name="T10" fmla="*/ 117 w 120"/>
                <a:gd name="T11" fmla="*/ 8 h 64"/>
                <a:gd name="T12" fmla="*/ 6 w 120"/>
                <a:gd name="T13" fmla="*/ 63 h 64"/>
                <a:gd name="T14" fmla="*/ 5 w 120"/>
                <a:gd name="T1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64">
                  <a:moveTo>
                    <a:pt x="5" y="64"/>
                  </a:moveTo>
                  <a:cubicBezTo>
                    <a:pt x="3" y="64"/>
                    <a:pt x="2" y="63"/>
                    <a:pt x="1" y="61"/>
                  </a:cubicBezTo>
                  <a:cubicBezTo>
                    <a:pt x="0" y="60"/>
                    <a:pt x="1" y="57"/>
                    <a:pt x="3" y="56"/>
                  </a:cubicBezTo>
                  <a:cubicBezTo>
                    <a:pt x="114" y="1"/>
                    <a:pt x="114" y="1"/>
                    <a:pt x="114" y="1"/>
                  </a:cubicBezTo>
                  <a:cubicBezTo>
                    <a:pt x="116" y="0"/>
                    <a:pt x="118" y="1"/>
                    <a:pt x="119" y="3"/>
                  </a:cubicBezTo>
                  <a:cubicBezTo>
                    <a:pt x="120" y="5"/>
                    <a:pt x="119" y="7"/>
                    <a:pt x="117" y="8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6" y="64"/>
                    <a:pt x="5" y="64"/>
                    <a:pt x="5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1329">
              <a:extLst>
                <a:ext uri="{FF2B5EF4-FFF2-40B4-BE49-F238E27FC236}">
                  <a16:creationId xmlns:a16="http://schemas.microsoft.com/office/drawing/2014/main" id="{14DCD9F0-9339-ADCE-5704-601EF025E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7292" y="-615477"/>
              <a:ext cx="205605" cy="110512"/>
            </a:xfrm>
            <a:custGeom>
              <a:avLst/>
              <a:gdLst>
                <a:gd name="T0" fmla="*/ 115 w 120"/>
                <a:gd name="T1" fmla="*/ 64 h 64"/>
                <a:gd name="T2" fmla="*/ 114 w 120"/>
                <a:gd name="T3" fmla="*/ 63 h 64"/>
                <a:gd name="T4" fmla="*/ 3 w 120"/>
                <a:gd name="T5" fmla="*/ 8 h 64"/>
                <a:gd name="T6" fmla="*/ 1 w 120"/>
                <a:gd name="T7" fmla="*/ 3 h 64"/>
                <a:gd name="T8" fmla="*/ 6 w 120"/>
                <a:gd name="T9" fmla="*/ 1 h 64"/>
                <a:gd name="T10" fmla="*/ 117 w 120"/>
                <a:gd name="T11" fmla="*/ 56 h 64"/>
                <a:gd name="T12" fmla="*/ 119 w 120"/>
                <a:gd name="T13" fmla="*/ 61 h 64"/>
                <a:gd name="T14" fmla="*/ 115 w 120"/>
                <a:gd name="T1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" h="64">
                  <a:moveTo>
                    <a:pt x="115" y="64"/>
                  </a:moveTo>
                  <a:cubicBezTo>
                    <a:pt x="115" y="64"/>
                    <a:pt x="114" y="64"/>
                    <a:pt x="114" y="63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117" y="56"/>
                    <a:pt x="117" y="56"/>
                    <a:pt x="117" y="56"/>
                  </a:cubicBezTo>
                  <a:cubicBezTo>
                    <a:pt x="119" y="57"/>
                    <a:pt x="120" y="60"/>
                    <a:pt x="119" y="61"/>
                  </a:cubicBezTo>
                  <a:cubicBezTo>
                    <a:pt x="118" y="63"/>
                    <a:pt x="117" y="64"/>
                    <a:pt x="115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EB6C9F2-7BB6-315A-A4A2-B54FB4D4D61E}"/>
              </a:ext>
            </a:extLst>
          </p:cNvPr>
          <p:cNvGrpSpPr/>
          <p:nvPr/>
        </p:nvGrpSpPr>
        <p:grpSpPr>
          <a:xfrm>
            <a:off x="12211763" y="5587833"/>
            <a:ext cx="686420" cy="684994"/>
            <a:chOff x="2542525" y="3857630"/>
            <a:chExt cx="765176" cy="763588"/>
          </a:xfrm>
          <a:solidFill>
            <a:schemeClr val="bg1"/>
          </a:solidFill>
        </p:grpSpPr>
        <p:sp>
          <p:nvSpPr>
            <p:cNvPr id="49" name="Freeform 1150">
              <a:extLst>
                <a:ext uri="{FF2B5EF4-FFF2-40B4-BE49-F238E27FC236}">
                  <a16:creationId xmlns:a16="http://schemas.microsoft.com/office/drawing/2014/main" id="{61187FC5-1351-7717-4BA7-91013E7CEA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42525" y="3857630"/>
              <a:ext cx="765176" cy="763588"/>
            </a:xfrm>
            <a:custGeom>
              <a:avLst/>
              <a:gdLst>
                <a:gd name="T0" fmla="*/ 120 w 240"/>
                <a:gd name="T1" fmla="*/ 240 h 240"/>
                <a:gd name="T2" fmla="*/ 0 w 240"/>
                <a:gd name="T3" fmla="*/ 120 h 240"/>
                <a:gd name="T4" fmla="*/ 120 w 240"/>
                <a:gd name="T5" fmla="*/ 0 h 240"/>
                <a:gd name="T6" fmla="*/ 240 w 240"/>
                <a:gd name="T7" fmla="*/ 120 h 240"/>
                <a:gd name="T8" fmla="*/ 120 w 240"/>
                <a:gd name="T9" fmla="*/ 240 h 240"/>
                <a:gd name="T10" fmla="*/ 120 w 240"/>
                <a:gd name="T11" fmla="*/ 8 h 240"/>
                <a:gd name="T12" fmla="*/ 8 w 240"/>
                <a:gd name="T13" fmla="*/ 120 h 240"/>
                <a:gd name="T14" fmla="*/ 120 w 240"/>
                <a:gd name="T15" fmla="*/ 232 h 240"/>
                <a:gd name="T16" fmla="*/ 232 w 240"/>
                <a:gd name="T17" fmla="*/ 120 h 240"/>
                <a:gd name="T18" fmla="*/ 120 w 240"/>
                <a:gd name="T19" fmla="*/ 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0" h="240">
                  <a:moveTo>
                    <a:pt x="120" y="240"/>
                  </a:moveTo>
                  <a:cubicBezTo>
                    <a:pt x="54" y="240"/>
                    <a:pt x="0" y="186"/>
                    <a:pt x="0" y="120"/>
                  </a:cubicBezTo>
                  <a:cubicBezTo>
                    <a:pt x="0" y="54"/>
                    <a:pt x="54" y="0"/>
                    <a:pt x="120" y="0"/>
                  </a:cubicBezTo>
                  <a:cubicBezTo>
                    <a:pt x="186" y="0"/>
                    <a:pt x="240" y="54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lose/>
                  <a:moveTo>
                    <a:pt x="120" y="8"/>
                  </a:moveTo>
                  <a:cubicBezTo>
                    <a:pt x="58" y="8"/>
                    <a:pt x="8" y="58"/>
                    <a:pt x="8" y="120"/>
                  </a:cubicBezTo>
                  <a:cubicBezTo>
                    <a:pt x="8" y="182"/>
                    <a:pt x="58" y="232"/>
                    <a:pt x="120" y="232"/>
                  </a:cubicBezTo>
                  <a:cubicBezTo>
                    <a:pt x="182" y="232"/>
                    <a:pt x="232" y="182"/>
                    <a:pt x="232" y="120"/>
                  </a:cubicBezTo>
                  <a:cubicBezTo>
                    <a:pt x="232" y="58"/>
                    <a:pt x="182" y="8"/>
                    <a:pt x="1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0" name="Freeform 1151">
              <a:extLst>
                <a:ext uri="{FF2B5EF4-FFF2-40B4-BE49-F238E27FC236}">
                  <a16:creationId xmlns:a16="http://schemas.microsoft.com/office/drawing/2014/main" id="{2E5BD500-B77F-45BD-E21F-ACED7D79F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988" y="3857630"/>
              <a:ext cx="200025" cy="760413"/>
            </a:xfrm>
            <a:custGeom>
              <a:avLst/>
              <a:gdLst>
                <a:gd name="T0" fmla="*/ 5 w 63"/>
                <a:gd name="T1" fmla="*/ 239 h 239"/>
                <a:gd name="T2" fmla="*/ 2 w 63"/>
                <a:gd name="T3" fmla="*/ 238 h 239"/>
                <a:gd name="T4" fmla="*/ 2 w 63"/>
                <a:gd name="T5" fmla="*/ 232 h 239"/>
                <a:gd name="T6" fmla="*/ 55 w 63"/>
                <a:gd name="T7" fmla="*/ 120 h 239"/>
                <a:gd name="T8" fmla="*/ 2 w 63"/>
                <a:gd name="T9" fmla="*/ 8 h 239"/>
                <a:gd name="T10" fmla="*/ 2 w 63"/>
                <a:gd name="T11" fmla="*/ 2 h 239"/>
                <a:gd name="T12" fmla="*/ 8 w 63"/>
                <a:gd name="T13" fmla="*/ 2 h 239"/>
                <a:gd name="T14" fmla="*/ 63 w 63"/>
                <a:gd name="T15" fmla="*/ 120 h 239"/>
                <a:gd name="T16" fmla="*/ 8 w 63"/>
                <a:gd name="T17" fmla="*/ 238 h 239"/>
                <a:gd name="T18" fmla="*/ 5 w 63"/>
                <a:gd name="T19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39">
                  <a:moveTo>
                    <a:pt x="5" y="239"/>
                  </a:moveTo>
                  <a:cubicBezTo>
                    <a:pt x="4" y="239"/>
                    <a:pt x="3" y="239"/>
                    <a:pt x="2" y="238"/>
                  </a:cubicBezTo>
                  <a:cubicBezTo>
                    <a:pt x="0" y="236"/>
                    <a:pt x="1" y="234"/>
                    <a:pt x="2" y="232"/>
                  </a:cubicBezTo>
                  <a:cubicBezTo>
                    <a:pt x="36" y="203"/>
                    <a:pt x="55" y="162"/>
                    <a:pt x="55" y="120"/>
                  </a:cubicBezTo>
                  <a:cubicBezTo>
                    <a:pt x="55" y="78"/>
                    <a:pt x="36" y="37"/>
                    <a:pt x="2" y="8"/>
                  </a:cubicBezTo>
                  <a:cubicBezTo>
                    <a:pt x="1" y="6"/>
                    <a:pt x="1" y="4"/>
                    <a:pt x="2" y="2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43" y="33"/>
                    <a:pt x="63" y="76"/>
                    <a:pt x="63" y="120"/>
                  </a:cubicBezTo>
                  <a:cubicBezTo>
                    <a:pt x="63" y="164"/>
                    <a:pt x="43" y="207"/>
                    <a:pt x="8" y="238"/>
                  </a:cubicBezTo>
                  <a:cubicBezTo>
                    <a:pt x="7" y="239"/>
                    <a:pt x="6" y="239"/>
                    <a:pt x="5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1" name="Freeform 1152">
              <a:extLst>
                <a:ext uri="{FF2B5EF4-FFF2-40B4-BE49-F238E27FC236}">
                  <a16:creationId xmlns:a16="http://schemas.microsoft.com/office/drawing/2014/main" id="{B769CF35-9034-B9F0-9674-E2E05290F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213" y="3857630"/>
              <a:ext cx="200025" cy="760413"/>
            </a:xfrm>
            <a:custGeom>
              <a:avLst/>
              <a:gdLst>
                <a:gd name="T0" fmla="*/ 58 w 63"/>
                <a:gd name="T1" fmla="*/ 239 h 239"/>
                <a:gd name="T2" fmla="*/ 55 w 63"/>
                <a:gd name="T3" fmla="*/ 238 h 239"/>
                <a:gd name="T4" fmla="*/ 0 w 63"/>
                <a:gd name="T5" fmla="*/ 120 h 239"/>
                <a:gd name="T6" fmla="*/ 55 w 63"/>
                <a:gd name="T7" fmla="*/ 2 h 239"/>
                <a:gd name="T8" fmla="*/ 61 w 63"/>
                <a:gd name="T9" fmla="*/ 2 h 239"/>
                <a:gd name="T10" fmla="*/ 61 w 63"/>
                <a:gd name="T11" fmla="*/ 8 h 239"/>
                <a:gd name="T12" fmla="*/ 8 w 63"/>
                <a:gd name="T13" fmla="*/ 120 h 239"/>
                <a:gd name="T14" fmla="*/ 61 w 63"/>
                <a:gd name="T15" fmla="*/ 232 h 239"/>
                <a:gd name="T16" fmla="*/ 61 w 63"/>
                <a:gd name="T17" fmla="*/ 238 h 239"/>
                <a:gd name="T18" fmla="*/ 58 w 63"/>
                <a:gd name="T19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239">
                  <a:moveTo>
                    <a:pt x="58" y="239"/>
                  </a:moveTo>
                  <a:cubicBezTo>
                    <a:pt x="57" y="239"/>
                    <a:pt x="56" y="239"/>
                    <a:pt x="55" y="238"/>
                  </a:cubicBezTo>
                  <a:cubicBezTo>
                    <a:pt x="20" y="207"/>
                    <a:pt x="0" y="164"/>
                    <a:pt x="0" y="120"/>
                  </a:cubicBezTo>
                  <a:cubicBezTo>
                    <a:pt x="0" y="76"/>
                    <a:pt x="20" y="33"/>
                    <a:pt x="55" y="2"/>
                  </a:cubicBezTo>
                  <a:cubicBezTo>
                    <a:pt x="57" y="0"/>
                    <a:pt x="60" y="0"/>
                    <a:pt x="61" y="2"/>
                  </a:cubicBezTo>
                  <a:cubicBezTo>
                    <a:pt x="63" y="4"/>
                    <a:pt x="62" y="6"/>
                    <a:pt x="61" y="8"/>
                  </a:cubicBezTo>
                  <a:cubicBezTo>
                    <a:pt x="27" y="37"/>
                    <a:pt x="8" y="78"/>
                    <a:pt x="8" y="120"/>
                  </a:cubicBezTo>
                  <a:cubicBezTo>
                    <a:pt x="8" y="162"/>
                    <a:pt x="27" y="203"/>
                    <a:pt x="61" y="232"/>
                  </a:cubicBezTo>
                  <a:cubicBezTo>
                    <a:pt x="62" y="234"/>
                    <a:pt x="62" y="236"/>
                    <a:pt x="61" y="238"/>
                  </a:cubicBezTo>
                  <a:cubicBezTo>
                    <a:pt x="60" y="239"/>
                    <a:pt x="59" y="239"/>
                    <a:pt x="58" y="2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153">
              <a:extLst>
                <a:ext uri="{FF2B5EF4-FFF2-40B4-BE49-F238E27FC236}">
                  <a16:creationId xmlns:a16="http://schemas.microsoft.com/office/drawing/2014/main" id="{B665E115-DD5F-4C56-F86D-CC0E2F68F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413" y="3857630"/>
              <a:ext cx="25400" cy="763588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154">
              <a:extLst>
                <a:ext uri="{FF2B5EF4-FFF2-40B4-BE49-F238E27FC236}">
                  <a16:creationId xmlns:a16="http://schemas.microsoft.com/office/drawing/2014/main" id="{E8244A5B-C9E2-530E-7A1E-EF4E34C71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025" y="4418018"/>
              <a:ext cx="638176" cy="25400"/>
            </a:xfrm>
            <a:custGeom>
              <a:avLst/>
              <a:gdLst>
                <a:gd name="T0" fmla="*/ 196 w 200"/>
                <a:gd name="T1" fmla="*/ 8 h 8"/>
                <a:gd name="T2" fmla="*/ 4 w 200"/>
                <a:gd name="T3" fmla="*/ 8 h 8"/>
                <a:gd name="T4" fmla="*/ 0 w 200"/>
                <a:gd name="T5" fmla="*/ 4 h 8"/>
                <a:gd name="T6" fmla="*/ 4 w 200"/>
                <a:gd name="T7" fmla="*/ 0 h 8"/>
                <a:gd name="T8" fmla="*/ 196 w 200"/>
                <a:gd name="T9" fmla="*/ 0 h 8"/>
                <a:gd name="T10" fmla="*/ 200 w 200"/>
                <a:gd name="T11" fmla="*/ 4 h 8"/>
                <a:gd name="T12" fmla="*/ 196 w 20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8">
                  <a:moveTo>
                    <a:pt x="19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8" y="0"/>
                    <a:pt x="200" y="2"/>
                    <a:pt x="200" y="4"/>
                  </a:cubicBezTo>
                  <a:cubicBezTo>
                    <a:pt x="200" y="6"/>
                    <a:pt x="198" y="8"/>
                    <a:pt x="1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155">
              <a:extLst>
                <a:ext uri="{FF2B5EF4-FFF2-40B4-BE49-F238E27FC236}">
                  <a16:creationId xmlns:a16="http://schemas.microsoft.com/office/drawing/2014/main" id="{E3017B9C-8AEA-1664-D13E-5CADFAA4D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025" y="4037018"/>
              <a:ext cx="638176" cy="25400"/>
            </a:xfrm>
            <a:custGeom>
              <a:avLst/>
              <a:gdLst>
                <a:gd name="T0" fmla="*/ 196 w 200"/>
                <a:gd name="T1" fmla="*/ 8 h 8"/>
                <a:gd name="T2" fmla="*/ 4 w 200"/>
                <a:gd name="T3" fmla="*/ 8 h 8"/>
                <a:gd name="T4" fmla="*/ 0 w 200"/>
                <a:gd name="T5" fmla="*/ 4 h 8"/>
                <a:gd name="T6" fmla="*/ 4 w 200"/>
                <a:gd name="T7" fmla="*/ 0 h 8"/>
                <a:gd name="T8" fmla="*/ 196 w 200"/>
                <a:gd name="T9" fmla="*/ 0 h 8"/>
                <a:gd name="T10" fmla="*/ 200 w 200"/>
                <a:gd name="T11" fmla="*/ 4 h 8"/>
                <a:gd name="T12" fmla="*/ 196 w 20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8">
                  <a:moveTo>
                    <a:pt x="19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8" y="0"/>
                    <a:pt x="200" y="2"/>
                    <a:pt x="200" y="4"/>
                  </a:cubicBezTo>
                  <a:cubicBezTo>
                    <a:pt x="200" y="6"/>
                    <a:pt x="198" y="8"/>
                    <a:pt x="19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156">
              <a:extLst>
                <a:ext uri="{FF2B5EF4-FFF2-40B4-BE49-F238E27FC236}">
                  <a16:creationId xmlns:a16="http://schemas.microsoft.com/office/drawing/2014/main" id="{78FDBACE-4AE9-B8EC-B6CC-0410E1C60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525" y="4227518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A9B536E-EB2A-B7E7-CE19-531238615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380428" y="-5919868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74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7" grpId="0" build="p"/>
      <p:bldP spid="2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2DA1-80D3-FB75-526B-5D986F1A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A99D9A3-E204-5A6C-0E51-148366F73EBD}"/>
              </a:ext>
            </a:extLst>
          </p:cNvPr>
          <p:cNvSpPr/>
          <p:nvPr/>
        </p:nvSpPr>
        <p:spPr>
          <a:xfrm>
            <a:off x="1608137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BAFAA3-C1BF-48C1-DFA2-D4FA53BC7136}"/>
              </a:ext>
            </a:extLst>
          </p:cNvPr>
          <p:cNvSpPr/>
          <p:nvPr/>
        </p:nvSpPr>
        <p:spPr>
          <a:xfrm>
            <a:off x="1585181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B8D24A-747D-09D2-3434-A3DBDEED3766}"/>
              </a:ext>
            </a:extLst>
          </p:cNvPr>
          <p:cNvSpPr/>
          <p:nvPr/>
        </p:nvSpPr>
        <p:spPr>
          <a:xfrm>
            <a:off x="1581560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33E989-B3B7-1751-CCEC-425FE07C9B58}"/>
              </a:ext>
            </a:extLst>
          </p:cNvPr>
          <p:cNvSpPr/>
          <p:nvPr/>
        </p:nvSpPr>
        <p:spPr>
          <a:xfrm>
            <a:off x="1611758" y="4583532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D6D295-375E-F894-9FE8-701940D573BF}"/>
              </a:ext>
            </a:extLst>
          </p:cNvPr>
          <p:cNvSpPr/>
          <p:nvPr/>
        </p:nvSpPr>
        <p:spPr>
          <a:xfrm>
            <a:off x="1645325" y="4565409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2E9EF-FD16-302E-B12E-479F985C4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12</a:t>
            </a:fld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E0F8C-8D9A-5DAD-54FB-71219F75EF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Pipeline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F4FCDA-AFC2-30B6-AEFA-868D9F40A7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FIVE STEPS, ZERO FABRICATED VALUES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26E47-BBEF-0691-5C4B-7526A7279A9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Raw shapes profiled: 1,503 (QS) + 867 (THE) + 812 (WUR) + 55,918(</a:t>
            </a:r>
            <a:r>
              <a:rPr lang="en-ID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EdState</a:t>
            </a: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)  rows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FEFE1BF-1BF8-7021-0676-14EADDE0F1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16197964" y="11413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Fix master region label, dedupe, validate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94BB726-432D-6BC9-2E15-EF1AA5FBB0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2134431" y="11413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Sync all datasets to the master universe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FB2DA54-6F0D-CCFC-6B40-9BACC506C5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8118403" y="11413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Cascade THE 2024 research data, fallback to WUR 2023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F9A5A14-0BB7-C277-1B38-F35DFB10503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4065580" y="11413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Build Six KPIs and Final Dataset, 918 rows each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E1DC1BE-3371-AD7A-C2D9-AA99B767E61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STEP 0</a:t>
            </a:r>
            <a:endParaRPr lang="en-ID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C67E553-246A-61DF-F8FB-5BDB901C8CD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3754053" y="6571014"/>
            <a:ext cx="3013200" cy="1015200"/>
          </a:xfrm>
        </p:spPr>
        <p:txBody>
          <a:bodyPr/>
          <a:lstStyle/>
          <a:p>
            <a:r>
              <a:rPr lang="en-US" dirty="0"/>
              <a:t>STEP 1</a:t>
            </a:r>
            <a:endParaRPr lang="en-ID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103C787-69F6-F9E2-0EFE-28C7E21997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7286282" y="6571014"/>
            <a:ext cx="3013200" cy="1015200"/>
          </a:xfrm>
        </p:spPr>
        <p:txBody>
          <a:bodyPr>
            <a:normAutofit/>
          </a:bodyPr>
          <a:lstStyle/>
          <a:p>
            <a:r>
              <a:rPr lang="en-US" dirty="0"/>
              <a:t>STEP 2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9F41032-C695-5183-1F95-E271D41C1A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10775150" y="6571014"/>
            <a:ext cx="3013200" cy="1015200"/>
          </a:xfrm>
        </p:spPr>
        <p:txBody>
          <a:bodyPr/>
          <a:lstStyle/>
          <a:p>
            <a:r>
              <a:rPr lang="en-US" dirty="0"/>
              <a:t>STEP 3</a:t>
            </a:r>
            <a:endParaRPr lang="en-ID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EBA763D-964E-913F-0E44-9A606EE7A7E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14604163" y="6858000"/>
            <a:ext cx="3013200" cy="1015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4-5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B7C3AA-EE38-8545-5B0D-B088C9466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380428" y="-5919868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0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217-117D-6956-8800-63168BCB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63EE66-333A-E973-476F-B833BDFA469C}"/>
              </a:ext>
            </a:extLst>
          </p:cNvPr>
          <p:cNvSpPr/>
          <p:nvPr/>
        </p:nvSpPr>
        <p:spPr>
          <a:xfrm>
            <a:off x="1608137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7AA774-5A32-3181-BF6F-4272397B8297}"/>
              </a:ext>
            </a:extLst>
          </p:cNvPr>
          <p:cNvSpPr/>
          <p:nvPr/>
        </p:nvSpPr>
        <p:spPr>
          <a:xfrm>
            <a:off x="5537373" y="4553052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7A7C56-464C-1ACA-A8A7-C058DDDE3FE6}"/>
              </a:ext>
            </a:extLst>
          </p:cNvPr>
          <p:cNvSpPr/>
          <p:nvPr/>
        </p:nvSpPr>
        <p:spPr>
          <a:xfrm>
            <a:off x="5537374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7E29A6-49C5-F36B-DC35-42D19992E0C4}"/>
              </a:ext>
            </a:extLst>
          </p:cNvPr>
          <p:cNvSpPr/>
          <p:nvPr/>
        </p:nvSpPr>
        <p:spPr>
          <a:xfrm>
            <a:off x="5537372" y="4553052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4E52199-8521-46A9-B7E2-EDFB0E42F895}"/>
              </a:ext>
            </a:extLst>
          </p:cNvPr>
          <p:cNvSpPr/>
          <p:nvPr/>
        </p:nvSpPr>
        <p:spPr>
          <a:xfrm>
            <a:off x="5537373" y="4541520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8803-9AFC-43EE-1A7D-15684D0E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13</a:t>
            </a:fld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C332A-9CCC-C752-0989-1970EFD99F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Pipeline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77739B-F4E0-EC0C-6852-E3FC66282B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FIVE STEPS, ZERO FABRICATED VALUES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4CD0C8D-2CFC-CE77-737A-AE3419F64D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Fix datasets region label, duplicates, validate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F8BE900-1A6F-C283-6667-3D77AC84AB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-13005331" y="10702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Sync all datasets to the master universe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EFA46C3-FB9E-0793-B92F-D0CBDB7428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8989303" y="10702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Cascade THE 2024 research data, fallback to WUR 2023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C0C949-F5E2-E7FE-C5FE-69DFA152A4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4936480" y="10702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Build Six KPIs and Final Dataset, 918 rows each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0B95674-11B0-1237-818A-B5C321FD409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STEP 0</a:t>
            </a:r>
            <a:endParaRPr lang="en-ID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D385770-B5A4-808D-3AAD-85312C84EC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ID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50DCAA6-6C67-8AA8-A8A1-DF81DE656D4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-4097680" y="6440792"/>
            <a:ext cx="3013200" cy="1015200"/>
          </a:xfrm>
        </p:spPr>
        <p:txBody>
          <a:bodyPr>
            <a:normAutofit/>
          </a:bodyPr>
          <a:lstStyle/>
          <a:p>
            <a:r>
              <a:rPr lang="en-US" dirty="0"/>
              <a:t>STEP 2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9683E0B-74CD-E456-D41A-475367A7A9B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7684019" y="6350400"/>
            <a:ext cx="3013200" cy="1015200"/>
          </a:xfrm>
        </p:spPr>
        <p:txBody>
          <a:bodyPr/>
          <a:lstStyle/>
          <a:p>
            <a:r>
              <a:rPr lang="en-US" dirty="0"/>
              <a:t>STEP 3</a:t>
            </a:r>
            <a:endParaRPr lang="en-ID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A8992E8-8CBA-31CE-B2DD-C09C313E24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11270358" y="6535096"/>
            <a:ext cx="3013200" cy="1015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4-5</a:t>
            </a:r>
            <a:endParaRPr lang="en-ID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6344F7A-DBB5-7135-97EC-100C9AD366E0}"/>
              </a:ext>
            </a:extLst>
          </p:cNvPr>
          <p:cNvSpPr txBox="1">
            <a:spLocks/>
          </p:cNvSpPr>
          <p:nvPr/>
        </p:nvSpPr>
        <p:spPr>
          <a:xfrm>
            <a:off x="2328933" y="10855398"/>
            <a:ext cx="3852000" cy="142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28800" rtl="0" eaLnBrk="1" latinLnBrk="0" hangingPunct="1">
              <a:lnSpc>
                <a:spcPct val="15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98437F5-81C6-7B61-58D4-5DE37EC575F9}"/>
              </a:ext>
            </a:extLst>
          </p:cNvPr>
          <p:cNvSpPr txBox="1">
            <a:spLocks/>
          </p:cNvSpPr>
          <p:nvPr/>
        </p:nvSpPr>
        <p:spPr>
          <a:xfrm>
            <a:off x="2481333" y="11862587"/>
            <a:ext cx="3852000" cy="142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828800" rtl="0" eaLnBrk="1" latinLnBrk="0" hangingPunct="1">
              <a:lnSpc>
                <a:spcPct val="150000"/>
              </a:lnSpc>
              <a:spcBef>
                <a:spcPts val="2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541BE3-5831-5607-6EE1-24381DE952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Raw shapes profiled: 1,503 (QS) + 867 (THE) + 812 (WUR) + 55,918(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EdState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)  rows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5E7246-CFD8-3D05-76A3-46B0CF14A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996764">
            <a:off x="15380428" y="-5919868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35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B6A8-E7DF-F955-D29E-5F4484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8551194-3783-92A9-D9D0-6E3CC7476AFE}"/>
              </a:ext>
            </a:extLst>
          </p:cNvPr>
          <p:cNvSpPr/>
          <p:nvPr/>
        </p:nvSpPr>
        <p:spPr>
          <a:xfrm>
            <a:off x="1608137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BA1E88-075B-1C91-7887-C9E2944DCDF9}"/>
              </a:ext>
            </a:extLst>
          </p:cNvPr>
          <p:cNvSpPr/>
          <p:nvPr/>
        </p:nvSpPr>
        <p:spPr>
          <a:xfrm>
            <a:off x="5636440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18665B-39F7-CCB9-EED7-D85A34691FBF}"/>
              </a:ext>
            </a:extLst>
          </p:cNvPr>
          <p:cNvSpPr/>
          <p:nvPr/>
        </p:nvSpPr>
        <p:spPr>
          <a:xfrm>
            <a:off x="9687699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7787D35-2807-CFEE-E70B-7CB8C95652D7}"/>
              </a:ext>
            </a:extLst>
          </p:cNvPr>
          <p:cNvSpPr/>
          <p:nvPr/>
        </p:nvSpPr>
        <p:spPr>
          <a:xfrm>
            <a:off x="9687699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449EEA-8C5E-AC1C-36C9-E582D889923B}"/>
              </a:ext>
            </a:extLst>
          </p:cNvPr>
          <p:cNvSpPr/>
          <p:nvPr/>
        </p:nvSpPr>
        <p:spPr>
          <a:xfrm>
            <a:off x="9714275" y="4547190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D7A5C-5036-1000-C8A4-5846601A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14</a:t>
            </a:fld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3DBF7-2C7A-93B4-CC0B-0655312216E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Pipeline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4381B7-66F3-CC2A-BEA2-FBF883507A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FIVE STEPS, ZERO FABRICATED VALUES</a:t>
            </a:r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B7D46-A7D6-A803-788F-7C50D48F62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Raw shapes profiled: 1,503 (QS) + 867 (THE) + 812 (WUR) + 55,918(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EdState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)  rows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FF44F7B-C1B3-AF9F-A2C8-0641127BF2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Fix datasets region label, duplicates, validate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39C3514-D834-6E3D-73C3-AB6E0C9CC1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Sync all datasets, using </a:t>
            </a:r>
            <a:b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ID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university_id</a:t>
            </a: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ID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country_id</a:t>
            </a:r>
            <a:endParaRPr lang="en-ID" sz="20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3E648DC-4A70-C70B-9CA4-0CCDD324B2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10052375" y="10966596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Cascade THE 2024 research data, fallback to WUR 2023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75C36A4-B45C-B48C-3FBC-C7F4811D2F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5999552" y="10966596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Build Six KPIs and Final Dataset, 918 rows each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9D5A60A-ECD4-14CB-FEEE-2E15FE0756E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STEP 0</a:t>
            </a:r>
            <a:endParaRPr lang="en-ID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E766C76-FD5D-0409-11A8-D7C0D2E41F2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ID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81C750A-0CC2-7A3E-6855-CFD50DE4442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76AA69F-1523-CE6B-D38B-9887767A5B2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6200375" y="6535096"/>
            <a:ext cx="3013200" cy="1015200"/>
          </a:xfrm>
        </p:spPr>
        <p:txBody>
          <a:bodyPr/>
          <a:lstStyle/>
          <a:p>
            <a:r>
              <a:rPr lang="en-US" dirty="0"/>
              <a:t>STEP 3</a:t>
            </a:r>
            <a:endParaRPr lang="en-ID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66770DF-9559-BB2E-64AE-9DE2D159601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10733464" y="6516992"/>
            <a:ext cx="3013200" cy="1015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4-5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E8564-BEB9-53AA-9672-0DEF520FB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92470">
            <a:off x="18659067" y="4441552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9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C991-7200-1F29-C15E-C41A4D1E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7BED38A-B28B-6D27-D2AD-964D7A3F4DD4}"/>
              </a:ext>
            </a:extLst>
          </p:cNvPr>
          <p:cNvSpPr/>
          <p:nvPr/>
        </p:nvSpPr>
        <p:spPr>
          <a:xfrm>
            <a:off x="1608137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CC9034-099C-CBCE-DF78-70C5C4FC523D}"/>
              </a:ext>
            </a:extLst>
          </p:cNvPr>
          <p:cNvSpPr/>
          <p:nvPr/>
        </p:nvSpPr>
        <p:spPr>
          <a:xfrm>
            <a:off x="5636440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EA3950-AEC7-9D5C-596A-D9A270D58FB8}"/>
              </a:ext>
            </a:extLst>
          </p:cNvPr>
          <p:cNvSpPr/>
          <p:nvPr/>
        </p:nvSpPr>
        <p:spPr>
          <a:xfrm>
            <a:off x="9687699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D29C50-C6E1-2742-8046-C8EB890E7DC1}"/>
              </a:ext>
            </a:extLst>
          </p:cNvPr>
          <p:cNvSpPr/>
          <p:nvPr/>
        </p:nvSpPr>
        <p:spPr>
          <a:xfrm>
            <a:off x="13716001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060B38-EEB0-F7DE-A81B-89A24481B1D5}"/>
              </a:ext>
            </a:extLst>
          </p:cNvPr>
          <p:cNvSpPr/>
          <p:nvPr/>
        </p:nvSpPr>
        <p:spPr>
          <a:xfrm>
            <a:off x="13689530" y="4547285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B8F9C-E31E-C8E4-6A20-C0F9F002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15</a:t>
            </a:fld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A6D0B-59DD-4825-4894-3512BF9BEE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Pipeline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099CF2-B65A-563A-EDE8-77CC719F75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FIVE STEPS, ZERO FABRICATED VALUES</a:t>
            </a:r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66286-4429-A3FB-1FDC-51B2971894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Raw shapes profiled: 1,503 (QS) + 867 (THE) + 812 (WUR) + 55,918(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EdState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)  rows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9D038EB-561D-05C4-47E9-3A420CE799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Fix datasets region label, duplicates, validate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9A88045-89CA-8B42-790A-ED3489F3605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Sync all datasets, using </a:t>
            </a:r>
            <a:b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university_id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country_id</a:t>
            </a:r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D259095-755D-691C-D5FB-FAE21667AB1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Finalize into DIM and Measures,</a:t>
            </a:r>
            <a:b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Dim and Fact Tables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23ED172-3B02-62BB-E463-13E581DFCD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-4570627" y="10702998"/>
            <a:ext cx="3852000" cy="1422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Build Six KPIs and Final Dataset, 918 rows each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DC0D7E8-FDDC-8D2E-76E2-89B726D8EA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STEP 0</a:t>
            </a:r>
            <a:endParaRPr lang="en-ID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21C9E28-9385-F541-2A74-63676843182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ID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0B3841AE-2F9F-BB42-7CCE-1CC4B238A5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2814B0B-7153-AA63-3CC0-E836A1E801D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STEP 3</a:t>
            </a:r>
            <a:endParaRPr lang="en-ID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AF98FB4-6DDD-4172-3D21-C6D75AB685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-3731827" y="6556832"/>
            <a:ext cx="3013200" cy="1015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4-5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CA8A1-BC14-7855-F1A7-958D5F77F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380428" y="-5919868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362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8768-DC45-684C-D40A-0F7CBC1C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E73FBB8-436A-23FC-400A-43CA88914704}"/>
              </a:ext>
            </a:extLst>
          </p:cNvPr>
          <p:cNvSpPr/>
          <p:nvPr/>
        </p:nvSpPr>
        <p:spPr>
          <a:xfrm>
            <a:off x="1608137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A59DBB-F2C5-F661-AE28-10041C6626C8}"/>
              </a:ext>
            </a:extLst>
          </p:cNvPr>
          <p:cNvSpPr/>
          <p:nvPr/>
        </p:nvSpPr>
        <p:spPr>
          <a:xfrm>
            <a:off x="5636440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A10C13-87DD-5D68-AB6D-DEFE22AD6A62}"/>
              </a:ext>
            </a:extLst>
          </p:cNvPr>
          <p:cNvSpPr/>
          <p:nvPr/>
        </p:nvSpPr>
        <p:spPr>
          <a:xfrm>
            <a:off x="9687699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829590-C0B1-EA1A-6CBF-5EA8C045F660}"/>
              </a:ext>
            </a:extLst>
          </p:cNvPr>
          <p:cNvSpPr/>
          <p:nvPr/>
        </p:nvSpPr>
        <p:spPr>
          <a:xfrm>
            <a:off x="13716001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6F4496-072F-9CBC-85E2-9022400743DC}"/>
              </a:ext>
            </a:extLst>
          </p:cNvPr>
          <p:cNvSpPr/>
          <p:nvPr/>
        </p:nvSpPr>
        <p:spPr>
          <a:xfrm>
            <a:off x="17767260" y="4547286"/>
            <a:ext cx="4990357" cy="4990357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FF7A5-8624-C8CE-EA18-CF1069016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16</a:t>
            </a:fld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2648F-DD11-C46F-33DC-14169B84C0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Pipeline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684E31-9B7C-AB79-E172-5F4A0D328B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Inter" panose="020B0502030000000004" pitchFamily="34" charset="0"/>
                <a:ea typeface="Inter" panose="020B0502030000000004" pitchFamily="34" charset="0"/>
              </a:rPr>
              <a:t>FIVE STEPS, ZERO FABRICATED VALUES</a:t>
            </a:r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5C47A-BD99-DBBA-E53F-B56ADFFC8B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Raw shapes profiled: 1,503 (QS) + 867 (THE) + 812 (WUR) + 55,918(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EdState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)  rows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60ED8C8-873B-DCF9-3773-088FC21671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Fix datasets region label, duplicates, validate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C539E9D-B9D6-A9BE-6926-5EFC5431EC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Sync all datasets, using </a:t>
            </a:r>
            <a:b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university_id</a:t>
            </a: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, </a:t>
            </a:r>
            <a:r>
              <a:rPr lang="en-ID" dirty="0" err="1">
                <a:latin typeface="Inter" panose="020B0502030000000004" pitchFamily="34" charset="0"/>
                <a:ea typeface="Inter" panose="020B0502030000000004" pitchFamily="34" charset="0"/>
              </a:rPr>
              <a:t>country_id</a:t>
            </a:r>
            <a:endParaRPr lang="en-ID" dirty="0"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BAF133D-6E02-4B00-E9F5-88ADD3DAC4E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Finalize into DIM and Measures,</a:t>
            </a:r>
            <a:b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</a:br>
            <a:r>
              <a:rPr lang="en-ID" dirty="0">
                <a:latin typeface="Inter" panose="020B0502030000000004" pitchFamily="34" charset="0"/>
                <a:ea typeface="Inter" panose="020B0502030000000004" pitchFamily="34" charset="0"/>
              </a:rPr>
              <a:t>Dim and Fact Tables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EB3A79C-F624-2497-C5A3-968092EA87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Build Six KPIs and Final Dataset, 918 rows each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9F05E0E-D172-CD31-F4EE-47795139B0C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STEP 0</a:t>
            </a:r>
            <a:endParaRPr lang="en-ID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3594B9E-5E32-BCC6-740B-F28A82AE29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STEP 1</a:t>
            </a:r>
            <a:endParaRPr lang="en-ID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F877105-95BE-99BC-2FA0-3DCAD83ADED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9F96BA1-F9D9-D757-6A48-1AA2E6FEA3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STEP 3</a:t>
            </a:r>
            <a:endParaRPr lang="en-ID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3D0AE7F-C96F-F02B-B07C-FA56A23CBBB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STEP 4-5</a:t>
            </a:r>
            <a:endParaRPr lang="en-ID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749CE6-0B41-1C26-0AE5-0019DCBBD5D6}"/>
              </a:ext>
            </a:extLst>
          </p:cNvPr>
          <p:cNvGrpSpPr/>
          <p:nvPr/>
        </p:nvGrpSpPr>
        <p:grpSpPr>
          <a:xfrm rot="4320000">
            <a:off x="29390315" y="-5596155"/>
            <a:ext cx="2690062" cy="5518920"/>
            <a:chOff x="5609864" y="900651"/>
            <a:chExt cx="1196051" cy="238873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347ECAB-A70E-2B27-7606-A80D6ABF47EB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50FA99B-18E3-C32E-8F8A-296E0247356C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7808FD8-9ECB-8B23-D552-AE883DE0C915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D531412-F99B-33EC-DD24-F9C563476CF3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25638B-D628-7468-FDB1-F4AA092DE142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C7D94C1-C644-DC3E-B447-382EE182F7F4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28EF886-B35F-8E75-9F63-F2C59A5888ED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D33EB7A-B2DF-DAAC-8481-7757CCB619B9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FB6462B-70FB-0F09-7AF0-332096785DCC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1814F70-3C39-0EF1-0624-C0141F050ECA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D7F6F6-1503-B7BA-003F-E98A6CBB5151}"/>
              </a:ext>
            </a:extLst>
          </p:cNvPr>
          <p:cNvGrpSpPr/>
          <p:nvPr/>
        </p:nvGrpSpPr>
        <p:grpSpPr>
          <a:xfrm rot="15120000">
            <a:off x="-7855556" y="12043077"/>
            <a:ext cx="2690062" cy="5518920"/>
            <a:chOff x="5609864" y="900651"/>
            <a:chExt cx="1196051" cy="238873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629BF5F-C9D8-AA0A-9F4E-8982FF6857E1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B04C356-D561-4BC9-6E22-1282078611F1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5069200-1F15-54FE-56CE-554FAC1A2B01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B2FC64D-D19A-C37D-3261-D3910A1CEDCA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EBB2C07-382A-FDA4-1603-5F051580F2E7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CEE7845-811B-7E41-A85D-D30147B7821F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EED3354-957A-D4CD-3F1F-CAAF37F7BB9B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3315E2A-AE4B-8A31-41DC-8F68140C6DCA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823A827-E980-AB12-C4BD-D0F609517141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E4E043A-73D5-664F-B840-3174719C9826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814C5C-60E4-3260-2931-4F642FB2334B}"/>
              </a:ext>
            </a:extLst>
          </p:cNvPr>
          <p:cNvGrpSpPr/>
          <p:nvPr/>
        </p:nvGrpSpPr>
        <p:grpSpPr>
          <a:xfrm rot="6480000">
            <a:off x="37288811" y="11482586"/>
            <a:ext cx="2690062" cy="5518920"/>
            <a:chOff x="5609864" y="900651"/>
            <a:chExt cx="1196051" cy="2388735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1D6376-99EF-0188-B308-7898BD01F2E8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493017A-BB4B-C4F2-1B8C-1ACC5428E8D3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59476B1-EF22-89B5-C702-B2C7E4F0DCB1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AB8D6B1-7882-6315-7E89-B2609C7249E9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7081085-9943-57D1-EAE1-1417E02AB445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9192D42-6387-CC3D-7A8D-E0CC196797A6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FED8151-56E6-1EE4-333C-3ECBF0155337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ACDEC88-33D7-A9B4-1A65-D5B82835293B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1BDC5E7-2F68-DC2F-6422-9248169F463A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B2539E1-D49C-F014-0B4E-CD4482C58B2A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FF35811-4C86-0ECD-18E8-C904AF4E1144}"/>
              </a:ext>
            </a:extLst>
          </p:cNvPr>
          <p:cNvGrpSpPr/>
          <p:nvPr/>
        </p:nvGrpSpPr>
        <p:grpSpPr>
          <a:xfrm rot="17280000">
            <a:off x="-5590321" y="871255"/>
            <a:ext cx="2690062" cy="5518920"/>
            <a:chOff x="5609864" y="900651"/>
            <a:chExt cx="1196051" cy="2388735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8ED78CB-F821-D475-0F50-04F7B057E060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4941727-A3CC-051E-6BAA-D1A73BA65788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3630FB-E474-3886-A76D-148ED2CA0E32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F39C0A1-A5FE-ECB1-5F05-0ABDD09E1E2F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B96E7FF-8223-15BC-F2AD-52638D49A5A3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9B59F53-8510-34B7-325C-16C2B45793D3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FC9BB55-BF0C-2631-0C0B-848CD9761708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DBFD1EB7-1D6B-B8DE-37EF-0FC571304053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B198972-5144-FA1A-4C30-C015015F70B8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42D8748-C155-FAB9-BE62-A20DBBE0E071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56AFF9-C9BD-0B79-F44A-E47F92C168EB}"/>
              </a:ext>
            </a:extLst>
          </p:cNvPr>
          <p:cNvGrpSpPr/>
          <p:nvPr/>
        </p:nvGrpSpPr>
        <p:grpSpPr>
          <a:xfrm rot="19440000">
            <a:off x="794857" y="-10204142"/>
            <a:ext cx="2763350" cy="5372550"/>
            <a:chOff x="5609864" y="900651"/>
            <a:chExt cx="1196051" cy="2388735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DCCDCDFA-461A-2A19-03D3-520F9E9A8136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9978BF6-F6BD-2591-ACBA-D71461028FAE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A634F4F-6E40-3C44-39D6-7F6A32287914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7EE0FD5-8AE7-0298-C493-7B87660D8F5D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CD2AD83-897D-3365-4C08-2D8C56BB3D6A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E1E37F5-C21A-FAFB-6AC3-950E967B00A8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6F375A5-655F-4150-8BFE-A26769572911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8974E84-234D-53FC-20E7-60513359EF0B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D85524B-C9CF-874F-BD1C-CCFC6C640D85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2CD7B59-7C89-9606-54D6-26AD9D7BCB2E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C2ABBFB-D78D-8164-C338-3C7766B1E099}"/>
              </a:ext>
            </a:extLst>
          </p:cNvPr>
          <p:cNvGrpSpPr/>
          <p:nvPr/>
        </p:nvGrpSpPr>
        <p:grpSpPr>
          <a:xfrm rot="8640000">
            <a:off x="20807544" y="15939273"/>
            <a:ext cx="2763350" cy="5372550"/>
            <a:chOff x="5609864" y="900651"/>
            <a:chExt cx="1196051" cy="2388735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886423A-D143-20DB-A63E-B53FC0E4B9CC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9FCC6EB-FC67-DB65-5457-DCB348ECB246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2D8811B-1031-06C9-7D47-D89A21468A3B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3FBE145-BBB7-0B76-5386-F47F76F12F45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F06C60F-244E-B2EC-B5AB-94ADC9BDD97C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3350763-6088-79A8-EB85-F20573CC68A2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D4FDF92-F57C-994F-E057-218A8E372B7E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94AFE1F-3545-E142-AA88-7489920D9402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9E41C33-7D67-0441-350E-97A8C27BE31A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FFFEE99-D0CF-09EF-252D-F94F20BB0B63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1D1FD0A-7FC7-5AC2-E3C8-0329EEAC12FD}"/>
              </a:ext>
            </a:extLst>
          </p:cNvPr>
          <p:cNvGrpSpPr/>
          <p:nvPr/>
        </p:nvGrpSpPr>
        <p:grpSpPr>
          <a:xfrm rot="17280000">
            <a:off x="-5440833" y="920318"/>
            <a:ext cx="2690062" cy="5518920"/>
            <a:chOff x="5609864" y="900651"/>
            <a:chExt cx="1196051" cy="2388735"/>
          </a:xfrm>
        </p:grpSpPr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8C85D99-DA5B-250B-1F9C-25CA40A00980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1461B33F-0286-7327-4939-0EF9CC2E944F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86F4954-7046-9B0E-2477-75460C635DDD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BF13D85-DE81-C8A0-4345-45FFC8BEF89A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590AF782-FA24-E101-84B5-E5FF7D13A00A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3112713-A276-074D-D38C-EE362B7A7791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AB16A17-81A6-E600-82DA-D521905E2E01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9B4E67F-C614-6D6C-A546-0E7CD3CE739E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706DF53-37FC-7A41-B2D7-60CC3F3B1472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39E4624-A1A1-88BA-ED8B-6B6BE87A5449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9ADEDBC-5E8F-B1FC-BEC6-131E98C779CF}"/>
              </a:ext>
            </a:extLst>
          </p:cNvPr>
          <p:cNvGrpSpPr/>
          <p:nvPr/>
        </p:nvGrpSpPr>
        <p:grpSpPr>
          <a:xfrm rot="6480000">
            <a:off x="30563649" y="13233061"/>
            <a:ext cx="2690062" cy="5518920"/>
            <a:chOff x="5609864" y="900651"/>
            <a:chExt cx="1196051" cy="2388735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A3EB0C7-66C1-A124-1C0B-F56716DBC987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6E7EBD1-C309-F8FB-A9B7-1EF03B7F5A66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0E7ACB3-BC95-907E-D1BF-F4A0EB2FDFDC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DABE0E3-FAB1-343C-5158-4CB57460FE37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02C1CDA-0DD1-24BC-9B79-4582FF6BA777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373E777-941D-557C-6DE9-951A91B8F2A2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39A04E2-3E1B-D396-36F5-64C3A46B1F6F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5757D8-F546-D041-ABE6-3B96BDAF498E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4DEE0780-B62B-DC7E-CC7D-5F87E943BDCF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DCB026F-67A4-585A-A3CC-552A996FFCE8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53A6734-A459-9797-DEF5-829E65EBF772}"/>
              </a:ext>
            </a:extLst>
          </p:cNvPr>
          <p:cNvGrpSpPr/>
          <p:nvPr/>
        </p:nvGrpSpPr>
        <p:grpSpPr>
          <a:xfrm rot="10800000">
            <a:off x="11057527" y="16390557"/>
            <a:ext cx="2763350" cy="5372550"/>
            <a:chOff x="5609864" y="900651"/>
            <a:chExt cx="1196051" cy="2388735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6EB1120-3C6D-8FC8-603E-57A6CDA834EF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BCDAEBA-0E45-52F3-8B1A-F375D68C2292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AD12C2E1-514B-68FC-AA4B-14466FEFBB7B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D8C44F3-CF62-1414-AB86-B0C9C23DB9FC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3F8D209-B2E7-CFC4-CDE5-237857123A29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F109A14-3520-ACA0-5BC7-C1CE5C1576DA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0BC70341-6CC2-CB9D-4F37-2623EC682EA2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6EED4BA-FAFC-E5C5-BCC7-3D44466D6AA7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5EE3B46-D8FB-7CD9-065D-9914089320B7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E827C2A-F002-C599-2920-EB7631CABF61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7196A3E-1AE1-AB23-E2A3-B2AAF977ACC4}"/>
              </a:ext>
            </a:extLst>
          </p:cNvPr>
          <p:cNvGrpSpPr/>
          <p:nvPr/>
        </p:nvGrpSpPr>
        <p:grpSpPr>
          <a:xfrm>
            <a:off x="10801202" y="-8580505"/>
            <a:ext cx="2763350" cy="5372550"/>
            <a:chOff x="5609864" y="900651"/>
            <a:chExt cx="1196051" cy="2388735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7EC7B1B-49EF-184E-A495-BB5985800301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812C54-6929-44DB-892A-200C841F679A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58A82CB-C61B-B957-0275-4C8C39AA2E1B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3A6843D-6396-C029-047C-084A103FA91D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CF960E0-DDA4-03D3-2850-B12EC4E88971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6AB6720-169B-6B9C-B673-38742D5A8330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5C46C34-2BFE-EF33-ECF3-1744206EF0F3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547CBD-00ED-4220-F614-5CF7E6486DF7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BCB47A3-FA89-5F1E-F5DA-A102ED1A06FA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CDD662D-2925-E21D-D436-6C2E1E7E4E48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0CF766C-6C51-254D-8DAF-D31B1840356A}"/>
              </a:ext>
            </a:extLst>
          </p:cNvPr>
          <p:cNvGrpSpPr/>
          <p:nvPr/>
        </p:nvGrpSpPr>
        <p:grpSpPr>
          <a:xfrm rot="2160000">
            <a:off x="16754721" y="-8764836"/>
            <a:ext cx="2763350" cy="5372550"/>
            <a:chOff x="5609864" y="900651"/>
            <a:chExt cx="1196051" cy="2388735"/>
          </a:xfrm>
        </p:grpSpPr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F7B829C-ED77-2F83-6DCB-6DCF33A61253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EBC8C82-CB7A-573A-8806-A283EA0C62EF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5AB7084-9900-DA44-5E0A-BB5032B80B68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C46A68E-721B-4532-34AE-7DE97059C450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90959BF0-B16E-95E5-1B4B-6FC26E4734C9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D11D5618-2AFA-CED1-D5C9-55E1B59A989B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9F1D91B-649E-980F-8B34-5F48A65A07FF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7CCF3C0-7BC9-0162-FFA1-1483D903C3F2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19DE032-C366-7BC0-5A06-0433DBCC7D18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129D0791-7473-4CBE-C0B8-4929817392B8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260D5AE-E4BA-0FE5-430E-CDFA10137FBF}"/>
              </a:ext>
            </a:extLst>
          </p:cNvPr>
          <p:cNvGrpSpPr/>
          <p:nvPr/>
        </p:nvGrpSpPr>
        <p:grpSpPr>
          <a:xfrm rot="12960000">
            <a:off x="3341284" y="16585147"/>
            <a:ext cx="2763350" cy="5372550"/>
            <a:chOff x="5609864" y="900651"/>
            <a:chExt cx="1196051" cy="2388735"/>
          </a:xfrm>
        </p:grpSpPr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75325E18-F7A8-B7AC-20AC-0CCF9049D858}"/>
                </a:ext>
              </a:extLst>
            </p:cNvPr>
            <p:cNvSpPr/>
            <p:nvPr/>
          </p:nvSpPr>
          <p:spPr>
            <a:xfrm>
              <a:off x="5717894" y="1122744"/>
              <a:ext cx="972273" cy="2144551"/>
            </a:xfrm>
            <a:custGeom>
              <a:avLst/>
              <a:gdLst>
                <a:gd name="connsiteX0" fmla="*/ 486137 w 972273"/>
                <a:gd name="connsiteY0" fmla="*/ 0 h 2144551"/>
                <a:gd name="connsiteX1" fmla="*/ 540845 w 972273"/>
                <a:gd name="connsiteY1" fmla="*/ 46371 h 2144551"/>
                <a:gd name="connsiteX2" fmla="*/ 972273 w 972273"/>
                <a:gd name="connsiteY2" fmla="*/ 1083321 h 2144551"/>
                <a:gd name="connsiteX3" fmla="*/ 635032 w 972273"/>
                <a:gd name="connsiteY3" fmla="*/ 2022071 h 2144551"/>
                <a:gd name="connsiteX4" fmla="*/ 555425 w 972273"/>
                <a:gd name="connsiteY4" fmla="*/ 2105069 h 2144551"/>
                <a:gd name="connsiteX5" fmla="*/ 587576 w 972273"/>
                <a:gd name="connsiteY5" fmla="*/ 2066541 h 2144551"/>
                <a:gd name="connsiteX6" fmla="*/ 610215 w 972273"/>
                <a:gd name="connsiteY6" fmla="*/ 2042151 h 2144551"/>
                <a:gd name="connsiteX7" fmla="*/ 891250 w 972273"/>
                <a:gd name="connsiteY7" fmla="*/ 1233791 h 2144551"/>
                <a:gd name="connsiteX8" fmla="*/ 531726 w 972273"/>
                <a:gd name="connsiteY8" fmla="*/ 340872 h 2144551"/>
                <a:gd name="connsiteX9" fmla="*/ 486137 w 972273"/>
                <a:gd name="connsiteY9" fmla="*/ 300942 h 2144551"/>
                <a:gd name="connsiteX10" fmla="*/ 440547 w 972273"/>
                <a:gd name="connsiteY10" fmla="*/ 340872 h 2144551"/>
                <a:gd name="connsiteX11" fmla="*/ 81022 w 972273"/>
                <a:gd name="connsiteY11" fmla="*/ 1233791 h 2144551"/>
                <a:gd name="connsiteX12" fmla="*/ 440547 w 972273"/>
                <a:gd name="connsiteY12" fmla="*/ 2126710 h 2144551"/>
                <a:gd name="connsiteX13" fmla="*/ 460917 w 972273"/>
                <a:gd name="connsiteY13" fmla="*/ 2144551 h 2144551"/>
                <a:gd name="connsiteX14" fmla="*/ 452813 w 972273"/>
                <a:gd name="connsiteY14" fmla="*/ 2138395 h 2144551"/>
                <a:gd name="connsiteX15" fmla="*/ 431430 w 972273"/>
                <a:gd name="connsiteY15" fmla="*/ 2120270 h 2144551"/>
                <a:gd name="connsiteX16" fmla="*/ 0 w 972273"/>
                <a:gd name="connsiteY16" fmla="*/ 1083321 h 2144551"/>
                <a:gd name="connsiteX17" fmla="*/ 431430 w 972273"/>
                <a:gd name="connsiteY17" fmla="*/ 46371 h 2144551"/>
                <a:gd name="connsiteX18" fmla="*/ 486137 w 972273"/>
                <a:gd name="connsiteY18" fmla="*/ 0 h 2144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72273" h="2144551">
                  <a:moveTo>
                    <a:pt x="486137" y="0"/>
                  </a:moveTo>
                  <a:lnTo>
                    <a:pt x="540845" y="46371"/>
                  </a:lnTo>
                  <a:cubicBezTo>
                    <a:pt x="804329" y="292846"/>
                    <a:pt x="972273" y="665852"/>
                    <a:pt x="972273" y="1083321"/>
                  </a:cubicBezTo>
                  <a:cubicBezTo>
                    <a:pt x="972273" y="1448606"/>
                    <a:pt x="843691" y="1779850"/>
                    <a:pt x="635032" y="2022071"/>
                  </a:cubicBezTo>
                  <a:lnTo>
                    <a:pt x="555425" y="2105069"/>
                  </a:lnTo>
                  <a:lnTo>
                    <a:pt x="587576" y="2066541"/>
                  </a:lnTo>
                  <a:lnTo>
                    <a:pt x="610215" y="2042151"/>
                  </a:lnTo>
                  <a:cubicBezTo>
                    <a:pt x="784099" y="1833573"/>
                    <a:pt x="891250" y="1548339"/>
                    <a:pt x="891250" y="1233791"/>
                  </a:cubicBezTo>
                  <a:cubicBezTo>
                    <a:pt x="891250" y="874309"/>
                    <a:pt x="751297" y="553112"/>
                    <a:pt x="531726" y="340872"/>
                  </a:cubicBezTo>
                  <a:lnTo>
                    <a:pt x="486137" y="300942"/>
                  </a:lnTo>
                  <a:lnTo>
                    <a:pt x="440547" y="340872"/>
                  </a:lnTo>
                  <a:cubicBezTo>
                    <a:pt x="220976" y="553112"/>
                    <a:pt x="81022" y="874309"/>
                    <a:pt x="81022" y="1233791"/>
                  </a:cubicBezTo>
                  <a:cubicBezTo>
                    <a:pt x="81022" y="1593274"/>
                    <a:pt x="220976" y="1914470"/>
                    <a:pt x="440547" y="2126710"/>
                  </a:cubicBezTo>
                  <a:lnTo>
                    <a:pt x="460917" y="2144551"/>
                  </a:lnTo>
                  <a:lnTo>
                    <a:pt x="452813" y="2138395"/>
                  </a:lnTo>
                  <a:lnTo>
                    <a:pt x="431430" y="2120270"/>
                  </a:lnTo>
                  <a:cubicBezTo>
                    <a:pt x="167945" y="1873796"/>
                    <a:pt x="0" y="1500789"/>
                    <a:pt x="0" y="1083321"/>
                  </a:cubicBezTo>
                  <a:cubicBezTo>
                    <a:pt x="0" y="665852"/>
                    <a:pt x="167945" y="292846"/>
                    <a:pt x="431430" y="46371"/>
                  </a:cubicBezTo>
                  <a:lnTo>
                    <a:pt x="486137" y="0"/>
                  </a:lnTo>
                  <a:close/>
                </a:path>
              </a:pathLst>
            </a:custGeom>
            <a:solidFill>
              <a:srgbClr val="A5A5A5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9614F59-7E0C-BF22-EEE4-402DA0A11A6D}"/>
                </a:ext>
              </a:extLst>
            </p:cNvPr>
            <p:cNvSpPr/>
            <p:nvPr/>
          </p:nvSpPr>
          <p:spPr>
            <a:xfrm>
              <a:off x="6210223" y="3227813"/>
              <a:ext cx="63097" cy="58278"/>
            </a:xfrm>
            <a:custGeom>
              <a:avLst/>
              <a:gdLst>
                <a:gd name="connsiteX0" fmla="*/ 63097 w 63097"/>
                <a:gd name="connsiteY0" fmla="*/ 0 h 58278"/>
                <a:gd name="connsiteX1" fmla="*/ 39250 w 63097"/>
                <a:gd name="connsiteY1" fmla="*/ 28577 h 58278"/>
                <a:gd name="connsiteX2" fmla="*/ 32692 w 63097"/>
                <a:gd name="connsiteY2" fmla="*/ 34966 h 58278"/>
                <a:gd name="connsiteX3" fmla="*/ 2004 w 63097"/>
                <a:gd name="connsiteY3" fmla="*/ 58278 h 58278"/>
                <a:gd name="connsiteX4" fmla="*/ 0 w 63097"/>
                <a:gd name="connsiteY4" fmla="*/ 56325 h 58278"/>
                <a:gd name="connsiteX5" fmla="*/ 48517 w 63097"/>
                <a:gd name="connsiteY5" fmla="*/ 15201 h 58278"/>
                <a:gd name="connsiteX6" fmla="*/ 63097 w 63097"/>
                <a:gd name="connsiteY6" fmla="*/ 0 h 5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97" h="58278">
                  <a:moveTo>
                    <a:pt x="63097" y="0"/>
                  </a:moveTo>
                  <a:lnTo>
                    <a:pt x="39250" y="28577"/>
                  </a:lnTo>
                  <a:lnTo>
                    <a:pt x="32692" y="34966"/>
                  </a:lnTo>
                  <a:lnTo>
                    <a:pt x="2004" y="58278"/>
                  </a:lnTo>
                  <a:lnTo>
                    <a:pt x="0" y="56325"/>
                  </a:lnTo>
                  <a:lnTo>
                    <a:pt x="48517" y="15201"/>
                  </a:lnTo>
                  <a:lnTo>
                    <a:pt x="6309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61394E8-3F22-2451-DDBF-CEFAACCE848F}"/>
                </a:ext>
              </a:extLst>
            </p:cNvPr>
            <p:cNvSpPr/>
            <p:nvPr/>
          </p:nvSpPr>
          <p:spPr>
            <a:xfrm>
              <a:off x="6178811" y="3267296"/>
              <a:ext cx="27012" cy="22089"/>
            </a:xfrm>
            <a:custGeom>
              <a:avLst/>
              <a:gdLst>
                <a:gd name="connsiteX0" fmla="*/ 0 w 27012"/>
                <a:gd name="connsiteY0" fmla="*/ 0 h 22089"/>
                <a:gd name="connsiteX1" fmla="*/ 27012 w 27012"/>
                <a:gd name="connsiteY1" fmla="*/ 20520 h 22089"/>
                <a:gd name="connsiteX2" fmla="*/ 25220 w 27012"/>
                <a:gd name="connsiteY2" fmla="*/ 22089 h 22089"/>
                <a:gd name="connsiteX3" fmla="*/ 0 w 27012"/>
                <a:gd name="connsiteY3" fmla="*/ 0 h 2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2" h="22089">
                  <a:moveTo>
                    <a:pt x="0" y="0"/>
                  </a:moveTo>
                  <a:lnTo>
                    <a:pt x="27012" y="20520"/>
                  </a:lnTo>
                  <a:lnTo>
                    <a:pt x="25220" y="22089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C7C7D98-8949-F777-E8DB-DB053F55D009}"/>
                </a:ext>
              </a:extLst>
            </p:cNvPr>
            <p:cNvSpPr/>
            <p:nvPr/>
          </p:nvSpPr>
          <p:spPr>
            <a:xfrm>
              <a:off x="6205824" y="3284047"/>
              <a:ext cx="4399" cy="3793"/>
            </a:xfrm>
            <a:custGeom>
              <a:avLst/>
              <a:gdLst>
                <a:gd name="connsiteX0" fmla="*/ 4303 w 4399"/>
                <a:gd name="connsiteY0" fmla="*/ 0 h 3793"/>
                <a:gd name="connsiteX1" fmla="*/ 4399 w 4399"/>
                <a:gd name="connsiteY1" fmla="*/ 92 h 3793"/>
                <a:gd name="connsiteX2" fmla="*/ 32 w 4399"/>
                <a:gd name="connsiteY2" fmla="*/ 3793 h 3793"/>
                <a:gd name="connsiteX3" fmla="*/ 0 w 4399"/>
                <a:gd name="connsiteY3" fmla="*/ 3769 h 3793"/>
                <a:gd name="connsiteX4" fmla="*/ 4303 w 4399"/>
                <a:gd name="connsiteY4" fmla="*/ 0 h 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9" h="3793">
                  <a:moveTo>
                    <a:pt x="4303" y="0"/>
                  </a:moveTo>
                  <a:lnTo>
                    <a:pt x="4399" y="92"/>
                  </a:lnTo>
                  <a:lnTo>
                    <a:pt x="32" y="3793"/>
                  </a:lnTo>
                  <a:lnTo>
                    <a:pt x="0" y="3769"/>
                  </a:lnTo>
                  <a:lnTo>
                    <a:pt x="4303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9A2E7D2-EF8D-D424-BC70-48A576F63803}"/>
                </a:ext>
              </a:extLst>
            </p:cNvPr>
            <p:cNvSpPr/>
            <p:nvPr/>
          </p:nvSpPr>
          <p:spPr>
            <a:xfrm>
              <a:off x="5609864" y="900651"/>
              <a:ext cx="1196051" cy="2362128"/>
            </a:xfrm>
            <a:custGeom>
              <a:avLst/>
              <a:gdLst>
                <a:gd name="connsiteX0" fmla="*/ 598026 w 1196051"/>
                <a:gd name="connsiteY0" fmla="*/ 0 h 2362128"/>
                <a:gd name="connsiteX1" fmla="*/ 665325 w 1196051"/>
                <a:gd name="connsiteY1" fmla="*/ 51124 h 2362128"/>
                <a:gd name="connsiteX2" fmla="*/ 1196051 w 1196051"/>
                <a:gd name="connsiteY2" fmla="*/ 1194367 h 2362128"/>
                <a:gd name="connsiteX3" fmla="*/ 665325 w 1196051"/>
                <a:gd name="connsiteY3" fmla="*/ 2337610 h 2362128"/>
                <a:gd name="connsiteX4" fmla="*/ 633050 w 1196051"/>
                <a:gd name="connsiteY4" fmla="*/ 2362128 h 2362128"/>
                <a:gd name="connsiteX5" fmla="*/ 639608 w 1196051"/>
                <a:gd name="connsiteY5" fmla="*/ 2355739 h 2362128"/>
                <a:gd name="connsiteX6" fmla="*/ 663455 w 1196051"/>
                <a:gd name="connsiteY6" fmla="*/ 2327162 h 2362128"/>
                <a:gd name="connsiteX7" fmla="*/ 743062 w 1196051"/>
                <a:gd name="connsiteY7" fmla="*/ 2244164 h 2362128"/>
                <a:gd name="connsiteX8" fmla="*/ 1080303 w 1196051"/>
                <a:gd name="connsiteY8" fmla="*/ 1305414 h 2362128"/>
                <a:gd name="connsiteX9" fmla="*/ 648875 w 1196051"/>
                <a:gd name="connsiteY9" fmla="*/ 268464 h 2362128"/>
                <a:gd name="connsiteX10" fmla="*/ 594167 w 1196051"/>
                <a:gd name="connsiteY10" fmla="*/ 222093 h 2362128"/>
                <a:gd name="connsiteX11" fmla="*/ 539460 w 1196051"/>
                <a:gd name="connsiteY11" fmla="*/ 268464 h 2362128"/>
                <a:gd name="connsiteX12" fmla="*/ 108030 w 1196051"/>
                <a:gd name="connsiteY12" fmla="*/ 1305414 h 2362128"/>
                <a:gd name="connsiteX13" fmla="*/ 539460 w 1196051"/>
                <a:gd name="connsiteY13" fmla="*/ 2342363 h 2362128"/>
                <a:gd name="connsiteX14" fmla="*/ 560843 w 1196051"/>
                <a:gd name="connsiteY14" fmla="*/ 2360488 h 2362128"/>
                <a:gd name="connsiteX15" fmla="*/ 530727 w 1196051"/>
                <a:gd name="connsiteY15" fmla="*/ 2337610 h 2362128"/>
                <a:gd name="connsiteX16" fmla="*/ 0 w 1196051"/>
                <a:gd name="connsiteY16" fmla="*/ 1194367 h 2362128"/>
                <a:gd name="connsiteX17" fmla="*/ 530727 w 1196051"/>
                <a:gd name="connsiteY17" fmla="*/ 51124 h 2362128"/>
                <a:gd name="connsiteX18" fmla="*/ 598026 w 1196051"/>
                <a:gd name="connsiteY18" fmla="*/ 0 h 2362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96051" h="2362128">
                  <a:moveTo>
                    <a:pt x="598026" y="0"/>
                  </a:moveTo>
                  <a:lnTo>
                    <a:pt x="665325" y="51124"/>
                  </a:lnTo>
                  <a:cubicBezTo>
                    <a:pt x="989453" y="322864"/>
                    <a:pt x="1196051" y="734106"/>
                    <a:pt x="1196051" y="1194367"/>
                  </a:cubicBezTo>
                  <a:cubicBezTo>
                    <a:pt x="1196051" y="1654628"/>
                    <a:pt x="989453" y="2065870"/>
                    <a:pt x="665325" y="2337610"/>
                  </a:cubicBezTo>
                  <a:lnTo>
                    <a:pt x="633050" y="2362128"/>
                  </a:lnTo>
                  <a:lnTo>
                    <a:pt x="639608" y="2355739"/>
                  </a:lnTo>
                  <a:lnTo>
                    <a:pt x="663455" y="2327162"/>
                  </a:lnTo>
                  <a:lnTo>
                    <a:pt x="743062" y="2244164"/>
                  </a:lnTo>
                  <a:cubicBezTo>
                    <a:pt x="951721" y="2001943"/>
                    <a:pt x="1080303" y="1670699"/>
                    <a:pt x="1080303" y="1305414"/>
                  </a:cubicBezTo>
                  <a:cubicBezTo>
                    <a:pt x="1080303" y="887945"/>
                    <a:pt x="912359" y="514939"/>
                    <a:pt x="648875" y="268464"/>
                  </a:cubicBezTo>
                  <a:lnTo>
                    <a:pt x="594167" y="222093"/>
                  </a:lnTo>
                  <a:lnTo>
                    <a:pt x="539460" y="268464"/>
                  </a:lnTo>
                  <a:cubicBezTo>
                    <a:pt x="275975" y="514939"/>
                    <a:pt x="108030" y="887945"/>
                    <a:pt x="108030" y="1305414"/>
                  </a:cubicBezTo>
                  <a:cubicBezTo>
                    <a:pt x="108030" y="1722882"/>
                    <a:pt x="275975" y="2095889"/>
                    <a:pt x="539460" y="2342363"/>
                  </a:cubicBezTo>
                  <a:lnTo>
                    <a:pt x="560843" y="2360488"/>
                  </a:lnTo>
                  <a:lnTo>
                    <a:pt x="530727" y="2337610"/>
                  </a:lnTo>
                  <a:cubicBezTo>
                    <a:pt x="206599" y="2065870"/>
                    <a:pt x="0" y="1654628"/>
                    <a:pt x="0" y="1194367"/>
                  </a:cubicBezTo>
                  <a:cubicBezTo>
                    <a:pt x="0" y="734106"/>
                    <a:pt x="206599" y="322864"/>
                    <a:pt x="530727" y="51124"/>
                  </a:cubicBezTo>
                  <a:lnTo>
                    <a:pt x="598026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41CB10E-8235-ACA9-7989-A9FEE72EA5AF}"/>
                </a:ext>
              </a:extLst>
            </p:cNvPr>
            <p:cNvSpPr/>
            <p:nvPr/>
          </p:nvSpPr>
          <p:spPr>
            <a:xfrm>
              <a:off x="5798916" y="1423686"/>
              <a:ext cx="810228" cy="1864129"/>
            </a:xfrm>
            <a:custGeom>
              <a:avLst/>
              <a:gdLst>
                <a:gd name="connsiteX0" fmla="*/ 405115 w 810228"/>
                <a:gd name="connsiteY0" fmla="*/ 0 h 1864129"/>
                <a:gd name="connsiteX1" fmla="*/ 450704 w 810228"/>
                <a:gd name="connsiteY1" fmla="*/ 39930 h 1864129"/>
                <a:gd name="connsiteX2" fmla="*/ 810228 w 810228"/>
                <a:gd name="connsiteY2" fmla="*/ 932849 h 1864129"/>
                <a:gd name="connsiteX3" fmla="*/ 529193 w 810228"/>
                <a:gd name="connsiteY3" fmla="*/ 1741209 h 1864129"/>
                <a:gd name="connsiteX4" fmla="*/ 506554 w 810228"/>
                <a:gd name="connsiteY4" fmla="*/ 1765599 h 1864129"/>
                <a:gd name="connsiteX5" fmla="*/ 508862 w 810228"/>
                <a:gd name="connsiteY5" fmla="*/ 1762833 h 1864129"/>
                <a:gd name="connsiteX6" fmla="*/ 717631 w 810228"/>
                <a:gd name="connsiteY6" fmla="*/ 1094894 h 1864129"/>
                <a:gd name="connsiteX7" fmla="*/ 450556 w 810228"/>
                <a:gd name="connsiteY7" fmla="*/ 357085 h 1864129"/>
                <a:gd name="connsiteX8" fmla="*/ 416689 w 810228"/>
                <a:gd name="connsiteY8" fmla="*/ 324091 h 1864129"/>
                <a:gd name="connsiteX9" fmla="*/ 382823 w 810228"/>
                <a:gd name="connsiteY9" fmla="*/ 357085 h 1864129"/>
                <a:gd name="connsiteX10" fmla="*/ 115747 w 810228"/>
                <a:gd name="connsiteY10" fmla="*/ 1094894 h 1864129"/>
                <a:gd name="connsiteX11" fmla="*/ 382823 w 810228"/>
                <a:gd name="connsiteY11" fmla="*/ 1832704 h 1864129"/>
                <a:gd name="connsiteX12" fmla="*/ 411210 w 810228"/>
                <a:gd name="connsiteY12" fmla="*/ 1860360 h 1864129"/>
                <a:gd name="connsiteX13" fmla="*/ 406907 w 810228"/>
                <a:gd name="connsiteY13" fmla="*/ 1864129 h 1864129"/>
                <a:gd name="connsiteX14" fmla="*/ 379895 w 810228"/>
                <a:gd name="connsiteY14" fmla="*/ 1843609 h 1864129"/>
                <a:gd name="connsiteX15" fmla="*/ 359525 w 810228"/>
                <a:gd name="connsiteY15" fmla="*/ 1825768 h 1864129"/>
                <a:gd name="connsiteX16" fmla="*/ 0 w 810228"/>
                <a:gd name="connsiteY16" fmla="*/ 932849 h 1864129"/>
                <a:gd name="connsiteX17" fmla="*/ 359525 w 810228"/>
                <a:gd name="connsiteY17" fmla="*/ 39930 h 1864129"/>
                <a:gd name="connsiteX18" fmla="*/ 405115 w 810228"/>
                <a:gd name="connsiteY18" fmla="*/ 0 h 1864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10228" h="1864129">
                  <a:moveTo>
                    <a:pt x="405115" y="0"/>
                  </a:moveTo>
                  <a:lnTo>
                    <a:pt x="450704" y="39930"/>
                  </a:lnTo>
                  <a:cubicBezTo>
                    <a:pt x="670275" y="252170"/>
                    <a:pt x="810228" y="573367"/>
                    <a:pt x="810228" y="932849"/>
                  </a:cubicBezTo>
                  <a:cubicBezTo>
                    <a:pt x="810228" y="1247397"/>
                    <a:pt x="703077" y="1532631"/>
                    <a:pt x="529193" y="1741209"/>
                  </a:cubicBezTo>
                  <a:lnTo>
                    <a:pt x="506554" y="1765599"/>
                  </a:lnTo>
                  <a:lnTo>
                    <a:pt x="508862" y="1762833"/>
                  </a:lnTo>
                  <a:cubicBezTo>
                    <a:pt x="638033" y="1590488"/>
                    <a:pt x="717631" y="1354802"/>
                    <a:pt x="717631" y="1094894"/>
                  </a:cubicBezTo>
                  <a:cubicBezTo>
                    <a:pt x="717631" y="797858"/>
                    <a:pt x="613666" y="532456"/>
                    <a:pt x="450556" y="357085"/>
                  </a:cubicBezTo>
                  <a:lnTo>
                    <a:pt x="416689" y="324091"/>
                  </a:lnTo>
                  <a:lnTo>
                    <a:pt x="382823" y="357085"/>
                  </a:lnTo>
                  <a:cubicBezTo>
                    <a:pt x="219713" y="532456"/>
                    <a:pt x="115747" y="797858"/>
                    <a:pt x="115747" y="1094894"/>
                  </a:cubicBezTo>
                  <a:cubicBezTo>
                    <a:pt x="115747" y="1391931"/>
                    <a:pt x="219713" y="1657332"/>
                    <a:pt x="382823" y="1832704"/>
                  </a:cubicBezTo>
                  <a:lnTo>
                    <a:pt x="411210" y="1860360"/>
                  </a:lnTo>
                  <a:lnTo>
                    <a:pt x="406907" y="1864129"/>
                  </a:lnTo>
                  <a:lnTo>
                    <a:pt x="379895" y="1843609"/>
                  </a:lnTo>
                  <a:lnTo>
                    <a:pt x="359525" y="1825768"/>
                  </a:lnTo>
                  <a:cubicBezTo>
                    <a:pt x="139954" y="1613528"/>
                    <a:pt x="0" y="1292332"/>
                    <a:pt x="0" y="932849"/>
                  </a:cubicBezTo>
                  <a:cubicBezTo>
                    <a:pt x="0" y="573367"/>
                    <a:pt x="139954" y="252170"/>
                    <a:pt x="359525" y="39930"/>
                  </a:cubicBezTo>
                  <a:lnTo>
                    <a:pt x="405115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33B0C31-35D2-E3D0-EBBE-D834FDD947D7}"/>
                </a:ext>
              </a:extLst>
            </p:cNvPr>
            <p:cNvSpPr/>
            <p:nvPr/>
          </p:nvSpPr>
          <p:spPr>
            <a:xfrm>
              <a:off x="6210126" y="3189286"/>
              <a:ext cx="95344" cy="94853"/>
            </a:xfrm>
            <a:custGeom>
              <a:avLst/>
              <a:gdLst>
                <a:gd name="connsiteX0" fmla="*/ 95344 w 95344"/>
                <a:gd name="connsiteY0" fmla="*/ 0 h 94853"/>
                <a:gd name="connsiteX1" fmla="*/ 63193 w 95344"/>
                <a:gd name="connsiteY1" fmla="*/ 38528 h 94853"/>
                <a:gd name="connsiteX2" fmla="*/ 48613 w 95344"/>
                <a:gd name="connsiteY2" fmla="*/ 53729 h 94853"/>
                <a:gd name="connsiteX3" fmla="*/ 96 w 95344"/>
                <a:gd name="connsiteY3" fmla="*/ 94853 h 94853"/>
                <a:gd name="connsiteX4" fmla="*/ 0 w 95344"/>
                <a:gd name="connsiteY4" fmla="*/ 94761 h 94853"/>
                <a:gd name="connsiteX5" fmla="*/ 39494 w 95344"/>
                <a:gd name="connsiteY5" fmla="*/ 60169 h 94853"/>
                <a:gd name="connsiteX6" fmla="*/ 95344 w 95344"/>
                <a:gd name="connsiteY6" fmla="*/ 0 h 9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344" h="94853">
                  <a:moveTo>
                    <a:pt x="95344" y="0"/>
                  </a:moveTo>
                  <a:lnTo>
                    <a:pt x="63193" y="38528"/>
                  </a:lnTo>
                  <a:lnTo>
                    <a:pt x="48613" y="53729"/>
                  </a:lnTo>
                  <a:lnTo>
                    <a:pt x="96" y="94853"/>
                  </a:lnTo>
                  <a:lnTo>
                    <a:pt x="0" y="94761"/>
                  </a:lnTo>
                  <a:lnTo>
                    <a:pt x="39494" y="60169"/>
                  </a:lnTo>
                  <a:lnTo>
                    <a:pt x="95344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11203C6-A33D-AAA8-F8CB-3D49D37E25A1}"/>
                </a:ext>
              </a:extLst>
            </p:cNvPr>
            <p:cNvSpPr/>
            <p:nvPr/>
          </p:nvSpPr>
          <p:spPr>
            <a:xfrm>
              <a:off x="6170707" y="3261139"/>
              <a:ext cx="35148" cy="28246"/>
            </a:xfrm>
            <a:custGeom>
              <a:avLst/>
              <a:gdLst>
                <a:gd name="connsiteX0" fmla="*/ 0 w 35148"/>
                <a:gd name="connsiteY0" fmla="*/ 0 h 28246"/>
                <a:gd name="connsiteX1" fmla="*/ 8104 w 35148"/>
                <a:gd name="connsiteY1" fmla="*/ 6156 h 28246"/>
                <a:gd name="connsiteX2" fmla="*/ 33324 w 35148"/>
                <a:gd name="connsiteY2" fmla="*/ 28245 h 28246"/>
                <a:gd name="connsiteX3" fmla="*/ 35116 w 35148"/>
                <a:gd name="connsiteY3" fmla="*/ 26676 h 28246"/>
                <a:gd name="connsiteX4" fmla="*/ 35148 w 35148"/>
                <a:gd name="connsiteY4" fmla="*/ 26700 h 28246"/>
                <a:gd name="connsiteX5" fmla="*/ 33324 w 35148"/>
                <a:gd name="connsiteY5" fmla="*/ 28246 h 28246"/>
                <a:gd name="connsiteX6" fmla="*/ 0 w 35148"/>
                <a:gd name="connsiteY6" fmla="*/ 0 h 28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148" h="28246">
                  <a:moveTo>
                    <a:pt x="0" y="0"/>
                  </a:moveTo>
                  <a:lnTo>
                    <a:pt x="8104" y="6156"/>
                  </a:lnTo>
                  <a:lnTo>
                    <a:pt x="33324" y="28245"/>
                  </a:lnTo>
                  <a:lnTo>
                    <a:pt x="35116" y="26676"/>
                  </a:lnTo>
                  <a:lnTo>
                    <a:pt x="35148" y="26700"/>
                  </a:lnTo>
                  <a:lnTo>
                    <a:pt x="33324" y="28246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B651EF9-C68E-E751-19A9-C64BDB17C492}"/>
                </a:ext>
              </a:extLst>
            </p:cNvPr>
            <p:cNvSpPr/>
            <p:nvPr/>
          </p:nvSpPr>
          <p:spPr>
            <a:xfrm>
              <a:off x="6212226" y="3262779"/>
              <a:ext cx="30688" cy="26604"/>
            </a:xfrm>
            <a:custGeom>
              <a:avLst/>
              <a:gdLst>
                <a:gd name="connsiteX0" fmla="*/ 30688 w 30688"/>
                <a:gd name="connsiteY0" fmla="*/ 0 h 26604"/>
                <a:gd name="connsiteX1" fmla="*/ 3379 w 30688"/>
                <a:gd name="connsiteY1" fmla="*/ 26604 h 26604"/>
                <a:gd name="connsiteX2" fmla="*/ 0 w 30688"/>
                <a:gd name="connsiteY2" fmla="*/ 23312 h 26604"/>
                <a:gd name="connsiteX3" fmla="*/ 30688 w 30688"/>
                <a:gd name="connsiteY3" fmla="*/ 0 h 26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688" h="26604">
                  <a:moveTo>
                    <a:pt x="30688" y="0"/>
                  </a:moveTo>
                  <a:lnTo>
                    <a:pt x="3379" y="26604"/>
                  </a:lnTo>
                  <a:lnTo>
                    <a:pt x="0" y="23312"/>
                  </a:lnTo>
                  <a:lnTo>
                    <a:pt x="30688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D81880D-9330-0663-80AE-7F3E8EDAD8E7}"/>
                </a:ext>
              </a:extLst>
            </p:cNvPr>
            <p:cNvSpPr/>
            <p:nvPr/>
          </p:nvSpPr>
          <p:spPr>
            <a:xfrm>
              <a:off x="6205856" y="3284139"/>
              <a:ext cx="6371" cy="5247"/>
            </a:xfrm>
            <a:custGeom>
              <a:avLst/>
              <a:gdLst>
                <a:gd name="connsiteX0" fmla="*/ 4367 w 6371"/>
                <a:gd name="connsiteY0" fmla="*/ 0 h 5247"/>
                <a:gd name="connsiteX1" fmla="*/ 6371 w 6371"/>
                <a:gd name="connsiteY1" fmla="*/ 1953 h 5247"/>
                <a:gd name="connsiteX2" fmla="*/ 2035 w 6371"/>
                <a:gd name="connsiteY2" fmla="*/ 5247 h 5247"/>
                <a:gd name="connsiteX3" fmla="*/ 0 w 6371"/>
                <a:gd name="connsiteY3" fmla="*/ 3701 h 5247"/>
                <a:gd name="connsiteX4" fmla="*/ 4367 w 6371"/>
                <a:gd name="connsiteY4" fmla="*/ 0 h 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71" h="5247">
                  <a:moveTo>
                    <a:pt x="4367" y="0"/>
                  </a:moveTo>
                  <a:lnTo>
                    <a:pt x="6371" y="1953"/>
                  </a:lnTo>
                  <a:lnTo>
                    <a:pt x="2035" y="5247"/>
                  </a:lnTo>
                  <a:lnTo>
                    <a:pt x="0" y="3701"/>
                  </a:lnTo>
                  <a:lnTo>
                    <a:pt x="4367" y="0"/>
                  </a:lnTo>
                  <a:close/>
                </a:path>
              </a:pathLst>
            </a:cu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sz="3600" dirty="0"/>
            </a:p>
          </p:txBody>
        </p:sp>
      </p:grpSp>
      <p:sp>
        <p:nvSpPr>
          <p:cNvPr id="152" name="Google Shape;683;p54">
            <a:extLst>
              <a:ext uri="{FF2B5EF4-FFF2-40B4-BE49-F238E27FC236}">
                <a16:creationId xmlns:a16="http://schemas.microsoft.com/office/drawing/2014/main" id="{B4272305-4065-B8BB-25EF-4AF1406532B7}"/>
              </a:ext>
            </a:extLst>
          </p:cNvPr>
          <p:cNvSpPr txBox="1">
            <a:spLocks/>
          </p:cNvSpPr>
          <p:nvPr/>
        </p:nvSpPr>
        <p:spPr>
          <a:xfrm>
            <a:off x="-16387320" y="197032"/>
            <a:ext cx="20613600" cy="852800"/>
          </a:xfrm>
          <a:prstGeom prst="rect">
            <a:avLst/>
          </a:prstGeom>
        </p:spPr>
        <p:txBody>
          <a:bodyPr spcFirstLastPara="1" vert="horz" wrap="square" lIns="243800" tIns="243800" rIns="243800" bIns="243800" rtlCol="0" anchor="ctr" anchorCtr="0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>
                <a:solidFill>
                  <a:schemeClr val="bg1"/>
                </a:solidFill>
              </a:rPr>
              <a:t>PIPELINE INTEGRITY RESULTS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3" name="Google Shape;684;p54">
            <a:extLst>
              <a:ext uri="{FF2B5EF4-FFF2-40B4-BE49-F238E27FC236}">
                <a16:creationId xmlns:a16="http://schemas.microsoft.com/office/drawing/2014/main" id="{645CB7FD-3DDE-B0A6-B5EA-7B0016CA157C}"/>
              </a:ext>
            </a:extLst>
          </p:cNvPr>
          <p:cNvSpPr txBox="1"/>
          <p:nvPr/>
        </p:nvSpPr>
        <p:spPr>
          <a:xfrm>
            <a:off x="-8235690" y="1581832"/>
            <a:ext cx="5004810" cy="48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800" rIns="0" bIns="0" anchor="ctr" anchorCtr="0">
            <a:noAutofit/>
          </a:bodyPr>
          <a:lstStyle/>
          <a:p>
            <a:r>
              <a:rPr lang="en" sz="48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MASTER UNIVERSITIES</a:t>
            </a:r>
            <a:endParaRPr sz="48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4" name="Google Shape;685;p54">
            <a:extLst>
              <a:ext uri="{FF2B5EF4-FFF2-40B4-BE49-F238E27FC236}">
                <a16:creationId xmlns:a16="http://schemas.microsoft.com/office/drawing/2014/main" id="{75EEAE0B-9A3D-FBE5-A866-A16C6C19CE5C}"/>
              </a:ext>
            </a:extLst>
          </p:cNvPr>
          <p:cNvSpPr txBox="1"/>
          <p:nvPr/>
        </p:nvSpPr>
        <p:spPr>
          <a:xfrm>
            <a:off x="29413200" y="623432"/>
            <a:ext cx="5535520" cy="244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800" rIns="0" bIns="0" anchor="ctr" anchorCtr="0">
            <a:noAutofit/>
          </a:bodyPr>
          <a:lstStyle/>
          <a:p>
            <a:r>
              <a:rPr lang="en" sz="48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SIX KPIs UNIVERSE</a:t>
            </a:r>
            <a:endParaRPr sz="48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5" name="Google Shape;686;p54">
            <a:extLst>
              <a:ext uri="{FF2B5EF4-FFF2-40B4-BE49-F238E27FC236}">
                <a16:creationId xmlns:a16="http://schemas.microsoft.com/office/drawing/2014/main" id="{B1FE7C79-DFB7-EA53-CF0F-EF05A6F44CD6}"/>
              </a:ext>
            </a:extLst>
          </p:cNvPr>
          <p:cNvSpPr txBox="1"/>
          <p:nvPr/>
        </p:nvSpPr>
        <p:spPr>
          <a:xfrm>
            <a:off x="-8540490" y="10573568"/>
            <a:ext cx="4059930" cy="48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8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COUNTRY ROWS SYNCED</a:t>
            </a:r>
            <a:endParaRPr sz="48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6" name="Google Shape;687;p54">
            <a:extLst>
              <a:ext uri="{FF2B5EF4-FFF2-40B4-BE49-F238E27FC236}">
                <a16:creationId xmlns:a16="http://schemas.microsoft.com/office/drawing/2014/main" id="{D803212A-D617-3106-A6EF-B59336CC70C5}"/>
              </a:ext>
            </a:extLst>
          </p:cNvPr>
          <p:cNvSpPr txBox="1"/>
          <p:nvPr/>
        </p:nvSpPr>
        <p:spPr>
          <a:xfrm>
            <a:off x="31956971" y="9537067"/>
            <a:ext cx="3636831" cy="62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8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FABRICATED VALUES USED</a:t>
            </a:r>
            <a:endParaRPr sz="48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57" name="Google Shape;688;p54">
            <a:extLst>
              <a:ext uri="{FF2B5EF4-FFF2-40B4-BE49-F238E27FC236}">
                <a16:creationId xmlns:a16="http://schemas.microsoft.com/office/drawing/2014/main" id="{E898450B-85BB-D70C-3D5D-3F388F8A92F2}"/>
              </a:ext>
            </a:extLst>
          </p:cNvPr>
          <p:cNvGrpSpPr/>
          <p:nvPr/>
        </p:nvGrpSpPr>
        <p:grpSpPr>
          <a:xfrm>
            <a:off x="27066239" y="9533267"/>
            <a:ext cx="696331" cy="921373"/>
            <a:chOff x="4652163" y="3132350"/>
            <a:chExt cx="533100" cy="533100"/>
          </a:xfrm>
        </p:grpSpPr>
        <p:sp>
          <p:nvSpPr>
            <p:cNvPr id="158" name="Google Shape;689;p54">
              <a:extLst>
                <a:ext uri="{FF2B5EF4-FFF2-40B4-BE49-F238E27FC236}">
                  <a16:creationId xmlns:a16="http://schemas.microsoft.com/office/drawing/2014/main" id="{418438EA-721C-DA13-B825-AE0646C3D69B}"/>
                </a:ext>
              </a:extLst>
            </p:cNvPr>
            <p:cNvSpPr/>
            <p:nvPr/>
          </p:nvSpPr>
          <p:spPr>
            <a:xfrm>
              <a:off x="4652163" y="3132350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grpSp>
          <p:nvGrpSpPr>
            <p:cNvPr id="159" name="Google Shape;690;p54">
              <a:extLst>
                <a:ext uri="{FF2B5EF4-FFF2-40B4-BE49-F238E27FC236}">
                  <a16:creationId xmlns:a16="http://schemas.microsoft.com/office/drawing/2014/main" id="{1B58E48F-06DD-077E-B525-6F218D922012}"/>
                </a:ext>
              </a:extLst>
            </p:cNvPr>
            <p:cNvGrpSpPr/>
            <p:nvPr/>
          </p:nvGrpSpPr>
          <p:grpSpPr>
            <a:xfrm>
              <a:off x="4747587" y="3243436"/>
              <a:ext cx="342251" cy="310927"/>
              <a:chOff x="-62518200" y="2692475"/>
              <a:chExt cx="318225" cy="289100"/>
            </a:xfrm>
          </p:grpSpPr>
          <p:sp>
            <p:nvSpPr>
              <p:cNvPr id="160" name="Google Shape;691;p54">
                <a:extLst>
                  <a:ext uri="{FF2B5EF4-FFF2-40B4-BE49-F238E27FC236}">
                    <a16:creationId xmlns:a16="http://schemas.microsoft.com/office/drawing/2014/main" id="{34456442-7754-CCC2-237D-BD8700B2D6B6}"/>
                  </a:ext>
                </a:extLst>
              </p:cNvPr>
              <p:cNvSpPr/>
              <p:nvPr/>
            </p:nvSpPr>
            <p:spPr>
              <a:xfrm>
                <a:off x="-62518200" y="2692475"/>
                <a:ext cx="318225" cy="289100"/>
              </a:xfrm>
              <a:custGeom>
                <a:avLst/>
                <a:gdLst/>
                <a:ahLst/>
                <a:cxnLst/>
                <a:rect l="l" t="t" r="r" b="b"/>
                <a:pathLst>
                  <a:path w="12729" h="11564" extrusionOk="0">
                    <a:moveTo>
                      <a:pt x="3750" y="851"/>
                    </a:moveTo>
                    <a:cubicBezTo>
                      <a:pt x="5420" y="851"/>
                      <a:pt x="6617" y="1513"/>
                      <a:pt x="6617" y="2112"/>
                    </a:cubicBezTo>
                    <a:cubicBezTo>
                      <a:pt x="6617" y="2679"/>
                      <a:pt x="5420" y="3309"/>
                      <a:pt x="3750" y="3309"/>
                    </a:cubicBezTo>
                    <a:cubicBezTo>
                      <a:pt x="2206" y="3309"/>
                      <a:pt x="851" y="2679"/>
                      <a:pt x="851" y="2112"/>
                    </a:cubicBezTo>
                    <a:cubicBezTo>
                      <a:pt x="851" y="1481"/>
                      <a:pt x="2112" y="851"/>
                      <a:pt x="3750" y="851"/>
                    </a:cubicBezTo>
                    <a:close/>
                    <a:moveTo>
                      <a:pt x="6617" y="3403"/>
                    </a:moveTo>
                    <a:lnTo>
                      <a:pt x="6617" y="3781"/>
                    </a:lnTo>
                    <a:cubicBezTo>
                      <a:pt x="5829" y="4222"/>
                      <a:pt x="5199" y="4884"/>
                      <a:pt x="4821" y="5672"/>
                    </a:cubicBezTo>
                    <a:cubicBezTo>
                      <a:pt x="4475" y="5766"/>
                      <a:pt x="4096" y="5766"/>
                      <a:pt x="3750" y="5766"/>
                    </a:cubicBezTo>
                    <a:cubicBezTo>
                      <a:pt x="2206" y="5766"/>
                      <a:pt x="851" y="5136"/>
                      <a:pt x="851" y="4506"/>
                    </a:cubicBezTo>
                    <a:lnTo>
                      <a:pt x="851" y="3403"/>
                    </a:lnTo>
                    <a:cubicBezTo>
                      <a:pt x="1639" y="3939"/>
                      <a:pt x="2742" y="4159"/>
                      <a:pt x="3750" y="4159"/>
                    </a:cubicBezTo>
                    <a:cubicBezTo>
                      <a:pt x="4727" y="4159"/>
                      <a:pt x="5829" y="3939"/>
                      <a:pt x="6617" y="3403"/>
                    </a:cubicBezTo>
                    <a:close/>
                    <a:moveTo>
                      <a:pt x="883" y="5913"/>
                    </a:moveTo>
                    <a:cubicBezTo>
                      <a:pt x="1396" y="6254"/>
                      <a:pt x="2361" y="6617"/>
                      <a:pt x="3750" y="6617"/>
                    </a:cubicBezTo>
                    <a:cubicBezTo>
                      <a:pt x="4033" y="6617"/>
                      <a:pt x="4254" y="6617"/>
                      <a:pt x="4538" y="6585"/>
                    </a:cubicBezTo>
                    <a:lnTo>
                      <a:pt x="4538" y="6585"/>
                    </a:lnTo>
                    <a:cubicBezTo>
                      <a:pt x="4475" y="6869"/>
                      <a:pt x="4475" y="7184"/>
                      <a:pt x="4475" y="7467"/>
                    </a:cubicBezTo>
                    <a:cubicBezTo>
                      <a:pt x="4475" y="7719"/>
                      <a:pt x="4506" y="7971"/>
                      <a:pt x="4538" y="8255"/>
                    </a:cubicBezTo>
                    <a:cubicBezTo>
                      <a:pt x="4317" y="8287"/>
                      <a:pt x="4033" y="8287"/>
                      <a:pt x="3781" y="8287"/>
                    </a:cubicBezTo>
                    <a:cubicBezTo>
                      <a:pt x="2269" y="8287"/>
                      <a:pt x="883" y="7656"/>
                      <a:pt x="883" y="7026"/>
                    </a:cubicBezTo>
                    <a:lnTo>
                      <a:pt x="883" y="5913"/>
                    </a:lnTo>
                    <a:close/>
                    <a:moveTo>
                      <a:pt x="851" y="8350"/>
                    </a:moveTo>
                    <a:cubicBezTo>
                      <a:pt x="1639" y="8917"/>
                      <a:pt x="2773" y="9106"/>
                      <a:pt x="3750" y="9106"/>
                    </a:cubicBezTo>
                    <a:cubicBezTo>
                      <a:pt x="4096" y="9106"/>
                      <a:pt x="4412" y="9074"/>
                      <a:pt x="4727" y="9043"/>
                    </a:cubicBezTo>
                    <a:cubicBezTo>
                      <a:pt x="4979" y="9547"/>
                      <a:pt x="5294" y="10019"/>
                      <a:pt x="5672" y="10397"/>
                    </a:cubicBezTo>
                    <a:cubicBezTo>
                      <a:pt x="5136" y="10649"/>
                      <a:pt x="4475" y="10775"/>
                      <a:pt x="3750" y="10775"/>
                    </a:cubicBezTo>
                    <a:cubicBezTo>
                      <a:pt x="2112" y="10775"/>
                      <a:pt x="851" y="10082"/>
                      <a:pt x="851" y="9547"/>
                    </a:cubicBezTo>
                    <a:lnTo>
                      <a:pt x="851" y="8350"/>
                    </a:lnTo>
                    <a:close/>
                    <a:moveTo>
                      <a:pt x="8570" y="4159"/>
                    </a:moveTo>
                    <a:cubicBezTo>
                      <a:pt x="10366" y="4159"/>
                      <a:pt x="11878" y="5640"/>
                      <a:pt x="11878" y="7467"/>
                    </a:cubicBezTo>
                    <a:cubicBezTo>
                      <a:pt x="11878" y="9263"/>
                      <a:pt x="10366" y="10775"/>
                      <a:pt x="8570" y="10775"/>
                    </a:cubicBezTo>
                    <a:cubicBezTo>
                      <a:pt x="6743" y="10775"/>
                      <a:pt x="5262" y="9263"/>
                      <a:pt x="5262" y="7467"/>
                    </a:cubicBezTo>
                    <a:cubicBezTo>
                      <a:pt x="5262" y="5609"/>
                      <a:pt x="6743" y="4159"/>
                      <a:pt x="8570" y="4159"/>
                    </a:cubicBezTo>
                    <a:close/>
                    <a:moveTo>
                      <a:pt x="3781" y="1"/>
                    </a:moveTo>
                    <a:cubicBezTo>
                      <a:pt x="1797" y="1"/>
                      <a:pt x="64" y="851"/>
                      <a:pt x="64" y="2112"/>
                    </a:cubicBezTo>
                    <a:lnTo>
                      <a:pt x="64" y="9547"/>
                    </a:lnTo>
                    <a:cubicBezTo>
                      <a:pt x="1" y="10082"/>
                      <a:pt x="442" y="10649"/>
                      <a:pt x="1230" y="11027"/>
                    </a:cubicBezTo>
                    <a:cubicBezTo>
                      <a:pt x="1891" y="11405"/>
                      <a:pt x="2805" y="11563"/>
                      <a:pt x="3750" y="11563"/>
                    </a:cubicBezTo>
                    <a:cubicBezTo>
                      <a:pt x="4790" y="11563"/>
                      <a:pt x="5735" y="11311"/>
                      <a:pt x="6428" y="10964"/>
                    </a:cubicBezTo>
                    <a:cubicBezTo>
                      <a:pt x="7058" y="11342"/>
                      <a:pt x="7814" y="11563"/>
                      <a:pt x="8602" y="11563"/>
                    </a:cubicBezTo>
                    <a:cubicBezTo>
                      <a:pt x="10870" y="11563"/>
                      <a:pt x="12729" y="9704"/>
                      <a:pt x="12729" y="7404"/>
                    </a:cubicBezTo>
                    <a:cubicBezTo>
                      <a:pt x="12729" y="5136"/>
                      <a:pt x="10870" y="3277"/>
                      <a:pt x="8602" y="3277"/>
                    </a:cubicBezTo>
                    <a:cubicBezTo>
                      <a:pt x="8192" y="3277"/>
                      <a:pt x="7846" y="3309"/>
                      <a:pt x="7499" y="3435"/>
                    </a:cubicBezTo>
                    <a:lnTo>
                      <a:pt x="7499" y="2049"/>
                    </a:lnTo>
                    <a:cubicBezTo>
                      <a:pt x="7499" y="1481"/>
                      <a:pt x="7058" y="914"/>
                      <a:pt x="6302" y="536"/>
                    </a:cubicBezTo>
                    <a:cubicBezTo>
                      <a:pt x="5640" y="158"/>
                      <a:pt x="4727" y="1"/>
                      <a:pt x="37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  <p:sp>
            <p:nvSpPr>
              <p:cNvPr id="161" name="Google Shape;692;p54">
                <a:extLst>
                  <a:ext uri="{FF2B5EF4-FFF2-40B4-BE49-F238E27FC236}">
                    <a16:creationId xmlns:a16="http://schemas.microsoft.com/office/drawing/2014/main" id="{AA39A03B-2F1A-97F5-34E2-85BE1B506CA0}"/>
                  </a:ext>
                </a:extLst>
              </p:cNvPr>
              <p:cNvSpPr/>
              <p:nvPr/>
            </p:nvSpPr>
            <p:spPr>
              <a:xfrm>
                <a:off x="-62335475" y="2804325"/>
                <a:ext cx="62250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861" extrusionOk="0">
                    <a:moveTo>
                      <a:pt x="1261" y="0"/>
                    </a:moveTo>
                    <a:cubicBezTo>
                      <a:pt x="1009" y="0"/>
                      <a:pt x="820" y="189"/>
                      <a:pt x="820" y="410"/>
                    </a:cubicBezTo>
                    <a:lnTo>
                      <a:pt x="820" y="694"/>
                    </a:lnTo>
                    <a:cubicBezTo>
                      <a:pt x="348" y="851"/>
                      <a:pt x="1" y="1324"/>
                      <a:pt x="1" y="1891"/>
                    </a:cubicBezTo>
                    <a:cubicBezTo>
                      <a:pt x="1" y="2552"/>
                      <a:pt x="537" y="2930"/>
                      <a:pt x="978" y="3245"/>
                    </a:cubicBezTo>
                    <a:cubicBezTo>
                      <a:pt x="1293" y="3497"/>
                      <a:pt x="1639" y="3718"/>
                      <a:pt x="1639" y="3970"/>
                    </a:cubicBezTo>
                    <a:cubicBezTo>
                      <a:pt x="1671" y="4254"/>
                      <a:pt x="1482" y="4411"/>
                      <a:pt x="1261" y="4411"/>
                    </a:cubicBezTo>
                    <a:cubicBezTo>
                      <a:pt x="1009" y="4411"/>
                      <a:pt x="820" y="4191"/>
                      <a:pt x="820" y="3970"/>
                    </a:cubicBezTo>
                    <a:cubicBezTo>
                      <a:pt x="820" y="3718"/>
                      <a:pt x="631" y="3529"/>
                      <a:pt x="411" y="3529"/>
                    </a:cubicBezTo>
                    <a:cubicBezTo>
                      <a:pt x="190" y="3529"/>
                      <a:pt x="1" y="3718"/>
                      <a:pt x="1" y="3970"/>
                    </a:cubicBezTo>
                    <a:cubicBezTo>
                      <a:pt x="1" y="4506"/>
                      <a:pt x="348" y="4947"/>
                      <a:pt x="820" y="5136"/>
                    </a:cubicBezTo>
                    <a:lnTo>
                      <a:pt x="820" y="5419"/>
                    </a:lnTo>
                    <a:cubicBezTo>
                      <a:pt x="820" y="5671"/>
                      <a:pt x="1009" y="5860"/>
                      <a:pt x="1261" y="5860"/>
                    </a:cubicBezTo>
                    <a:cubicBezTo>
                      <a:pt x="1482" y="5860"/>
                      <a:pt x="1639" y="5671"/>
                      <a:pt x="1639" y="5419"/>
                    </a:cubicBezTo>
                    <a:lnTo>
                      <a:pt x="1639" y="5136"/>
                    </a:lnTo>
                    <a:cubicBezTo>
                      <a:pt x="2112" y="4978"/>
                      <a:pt x="2458" y="4506"/>
                      <a:pt x="2458" y="3970"/>
                    </a:cubicBezTo>
                    <a:cubicBezTo>
                      <a:pt x="2458" y="3308"/>
                      <a:pt x="1923" y="2899"/>
                      <a:pt x="1482" y="2584"/>
                    </a:cubicBezTo>
                    <a:cubicBezTo>
                      <a:pt x="1167" y="2363"/>
                      <a:pt x="820" y="2111"/>
                      <a:pt x="820" y="1891"/>
                    </a:cubicBezTo>
                    <a:cubicBezTo>
                      <a:pt x="820" y="1639"/>
                      <a:pt x="1009" y="1450"/>
                      <a:pt x="1261" y="1450"/>
                    </a:cubicBezTo>
                    <a:cubicBezTo>
                      <a:pt x="1482" y="1450"/>
                      <a:pt x="1639" y="1639"/>
                      <a:pt x="1639" y="1891"/>
                    </a:cubicBezTo>
                    <a:cubicBezTo>
                      <a:pt x="1639" y="2111"/>
                      <a:pt x="1860" y="2300"/>
                      <a:pt x="2049" y="2300"/>
                    </a:cubicBezTo>
                    <a:cubicBezTo>
                      <a:pt x="2269" y="2300"/>
                      <a:pt x="2490" y="2111"/>
                      <a:pt x="2490" y="1891"/>
                    </a:cubicBezTo>
                    <a:cubicBezTo>
                      <a:pt x="2490" y="1324"/>
                      <a:pt x="2112" y="883"/>
                      <a:pt x="1639" y="694"/>
                    </a:cubicBezTo>
                    <a:lnTo>
                      <a:pt x="1639" y="410"/>
                    </a:lnTo>
                    <a:cubicBezTo>
                      <a:pt x="1639" y="189"/>
                      <a:pt x="1450" y="0"/>
                      <a:pt x="1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</p:grpSp>
      </p:grpSp>
      <p:grpSp>
        <p:nvGrpSpPr>
          <p:cNvPr id="162" name="Google Shape;693;p54">
            <a:extLst>
              <a:ext uri="{FF2B5EF4-FFF2-40B4-BE49-F238E27FC236}">
                <a16:creationId xmlns:a16="http://schemas.microsoft.com/office/drawing/2014/main" id="{9ED422A9-7F4A-002D-D926-257C8C138D81}"/>
              </a:ext>
            </a:extLst>
          </p:cNvPr>
          <p:cNvGrpSpPr/>
          <p:nvPr/>
        </p:nvGrpSpPr>
        <p:grpSpPr>
          <a:xfrm>
            <a:off x="-10048389" y="1581800"/>
            <a:ext cx="958253" cy="720048"/>
            <a:chOff x="754038" y="1624263"/>
            <a:chExt cx="533100" cy="533100"/>
          </a:xfrm>
        </p:grpSpPr>
        <p:sp>
          <p:nvSpPr>
            <p:cNvPr id="163" name="Google Shape;694;p54">
              <a:extLst>
                <a:ext uri="{FF2B5EF4-FFF2-40B4-BE49-F238E27FC236}">
                  <a16:creationId xmlns:a16="http://schemas.microsoft.com/office/drawing/2014/main" id="{416F3EC3-B168-2D41-175F-63DDBA925306}"/>
                </a:ext>
              </a:extLst>
            </p:cNvPr>
            <p:cNvSpPr/>
            <p:nvPr/>
          </p:nvSpPr>
          <p:spPr>
            <a:xfrm>
              <a:off x="754038" y="1624263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grpSp>
          <p:nvGrpSpPr>
            <p:cNvPr id="164" name="Google Shape;695;p54">
              <a:extLst>
                <a:ext uri="{FF2B5EF4-FFF2-40B4-BE49-F238E27FC236}">
                  <a16:creationId xmlns:a16="http://schemas.microsoft.com/office/drawing/2014/main" id="{D741F552-FE05-E5CE-0A39-D1BB32A0D6FF}"/>
                </a:ext>
              </a:extLst>
            </p:cNvPr>
            <p:cNvGrpSpPr/>
            <p:nvPr/>
          </p:nvGrpSpPr>
          <p:grpSpPr>
            <a:xfrm>
              <a:off x="835631" y="1706536"/>
              <a:ext cx="369913" cy="368554"/>
              <a:chOff x="-63666550" y="2278975"/>
              <a:chExt cx="319800" cy="318625"/>
            </a:xfrm>
          </p:grpSpPr>
          <p:sp>
            <p:nvSpPr>
              <p:cNvPr id="165" name="Google Shape;696;p54">
                <a:extLst>
                  <a:ext uri="{FF2B5EF4-FFF2-40B4-BE49-F238E27FC236}">
                    <a16:creationId xmlns:a16="http://schemas.microsoft.com/office/drawing/2014/main" id="{A440678B-93E6-9152-0A46-573CA56AA355}"/>
                  </a:ext>
                </a:extLst>
              </p:cNvPr>
              <p:cNvSpPr/>
              <p:nvPr/>
            </p:nvSpPr>
            <p:spPr>
              <a:xfrm>
                <a:off x="-63481450" y="2309700"/>
                <a:ext cx="62225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5861" extrusionOk="0">
                    <a:moveTo>
                      <a:pt x="1229" y="0"/>
                    </a:moveTo>
                    <a:cubicBezTo>
                      <a:pt x="977" y="0"/>
                      <a:pt x="819" y="189"/>
                      <a:pt x="819" y="441"/>
                    </a:cubicBezTo>
                    <a:lnTo>
                      <a:pt x="819" y="694"/>
                    </a:lnTo>
                    <a:cubicBezTo>
                      <a:pt x="347" y="883"/>
                      <a:pt x="0" y="1324"/>
                      <a:pt x="0" y="1891"/>
                    </a:cubicBezTo>
                    <a:cubicBezTo>
                      <a:pt x="0" y="2552"/>
                      <a:pt x="536" y="2962"/>
                      <a:pt x="977" y="3277"/>
                    </a:cubicBezTo>
                    <a:cubicBezTo>
                      <a:pt x="1292" y="3497"/>
                      <a:pt x="1638" y="3749"/>
                      <a:pt x="1638" y="3970"/>
                    </a:cubicBezTo>
                    <a:cubicBezTo>
                      <a:pt x="1607" y="4254"/>
                      <a:pt x="1418" y="4411"/>
                      <a:pt x="1197" y="4411"/>
                    </a:cubicBezTo>
                    <a:cubicBezTo>
                      <a:pt x="977" y="4411"/>
                      <a:pt x="819" y="4222"/>
                      <a:pt x="819" y="3970"/>
                    </a:cubicBezTo>
                    <a:cubicBezTo>
                      <a:pt x="819" y="3749"/>
                      <a:pt x="630" y="3560"/>
                      <a:pt x="410" y="3560"/>
                    </a:cubicBezTo>
                    <a:cubicBezTo>
                      <a:pt x="189" y="3560"/>
                      <a:pt x="0" y="3749"/>
                      <a:pt x="0" y="3970"/>
                    </a:cubicBezTo>
                    <a:cubicBezTo>
                      <a:pt x="0" y="4537"/>
                      <a:pt x="347" y="4978"/>
                      <a:pt x="819" y="5167"/>
                    </a:cubicBezTo>
                    <a:lnTo>
                      <a:pt x="819" y="5419"/>
                    </a:lnTo>
                    <a:cubicBezTo>
                      <a:pt x="819" y="5671"/>
                      <a:pt x="1008" y="5860"/>
                      <a:pt x="1197" y="5860"/>
                    </a:cubicBezTo>
                    <a:cubicBezTo>
                      <a:pt x="1449" y="5860"/>
                      <a:pt x="1638" y="5671"/>
                      <a:pt x="1638" y="5419"/>
                    </a:cubicBezTo>
                    <a:lnTo>
                      <a:pt x="1638" y="5167"/>
                    </a:lnTo>
                    <a:cubicBezTo>
                      <a:pt x="2111" y="5010"/>
                      <a:pt x="2489" y="4537"/>
                      <a:pt x="2489" y="3970"/>
                    </a:cubicBezTo>
                    <a:cubicBezTo>
                      <a:pt x="2489" y="3308"/>
                      <a:pt x="1922" y="2930"/>
                      <a:pt x="1481" y="2615"/>
                    </a:cubicBezTo>
                    <a:cubicBezTo>
                      <a:pt x="1166" y="2363"/>
                      <a:pt x="819" y="2143"/>
                      <a:pt x="819" y="1891"/>
                    </a:cubicBezTo>
                    <a:cubicBezTo>
                      <a:pt x="819" y="1670"/>
                      <a:pt x="1008" y="1450"/>
                      <a:pt x="1229" y="1450"/>
                    </a:cubicBezTo>
                    <a:cubicBezTo>
                      <a:pt x="1449" y="1450"/>
                      <a:pt x="1638" y="1670"/>
                      <a:pt x="1638" y="1891"/>
                    </a:cubicBezTo>
                    <a:cubicBezTo>
                      <a:pt x="1638" y="2111"/>
                      <a:pt x="1859" y="2332"/>
                      <a:pt x="2048" y="2332"/>
                    </a:cubicBezTo>
                    <a:cubicBezTo>
                      <a:pt x="2269" y="2332"/>
                      <a:pt x="2489" y="2111"/>
                      <a:pt x="2489" y="1891"/>
                    </a:cubicBezTo>
                    <a:cubicBezTo>
                      <a:pt x="2489" y="1324"/>
                      <a:pt x="2111" y="914"/>
                      <a:pt x="1638" y="694"/>
                    </a:cubicBezTo>
                    <a:lnTo>
                      <a:pt x="1638" y="441"/>
                    </a:lnTo>
                    <a:cubicBezTo>
                      <a:pt x="1638" y="189"/>
                      <a:pt x="1449" y="0"/>
                      <a:pt x="12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  <p:sp>
            <p:nvSpPr>
              <p:cNvPr id="166" name="Google Shape;697;p54">
                <a:extLst>
                  <a:ext uri="{FF2B5EF4-FFF2-40B4-BE49-F238E27FC236}">
                    <a16:creationId xmlns:a16="http://schemas.microsoft.com/office/drawing/2014/main" id="{33DF5311-B236-8DED-9D6D-8B3CF1BBE2B0}"/>
                  </a:ext>
                </a:extLst>
              </p:cNvPr>
              <p:cNvSpPr/>
              <p:nvPr/>
            </p:nvSpPr>
            <p:spPr>
              <a:xfrm>
                <a:off x="-63666550" y="2278975"/>
                <a:ext cx="319800" cy="318625"/>
              </a:xfrm>
              <a:custGeom>
                <a:avLst/>
                <a:gdLst/>
                <a:ahLst/>
                <a:cxnLst/>
                <a:rect l="l" t="t" r="r" b="b"/>
                <a:pathLst>
                  <a:path w="12792" h="12745" extrusionOk="0">
                    <a:moveTo>
                      <a:pt x="8601" y="914"/>
                    </a:moveTo>
                    <a:cubicBezTo>
                      <a:pt x="10429" y="914"/>
                      <a:pt x="11909" y="2427"/>
                      <a:pt x="11909" y="4222"/>
                    </a:cubicBezTo>
                    <a:cubicBezTo>
                      <a:pt x="11909" y="6050"/>
                      <a:pt x="10429" y="7530"/>
                      <a:pt x="8601" y="7530"/>
                    </a:cubicBezTo>
                    <a:cubicBezTo>
                      <a:pt x="7971" y="7530"/>
                      <a:pt x="7404" y="7373"/>
                      <a:pt x="6869" y="7026"/>
                    </a:cubicBezTo>
                    <a:lnTo>
                      <a:pt x="7089" y="6270"/>
                    </a:lnTo>
                    <a:cubicBezTo>
                      <a:pt x="7144" y="5997"/>
                      <a:pt x="6938" y="5748"/>
                      <a:pt x="6677" y="5748"/>
                    </a:cubicBezTo>
                    <a:cubicBezTo>
                      <a:pt x="6637" y="5748"/>
                      <a:pt x="6596" y="5754"/>
                      <a:pt x="6554" y="5766"/>
                    </a:cubicBezTo>
                    <a:lnTo>
                      <a:pt x="5829" y="5955"/>
                    </a:lnTo>
                    <a:cubicBezTo>
                      <a:pt x="5514" y="5451"/>
                      <a:pt x="5293" y="4852"/>
                      <a:pt x="5293" y="4222"/>
                    </a:cubicBezTo>
                    <a:cubicBezTo>
                      <a:pt x="5293" y="2364"/>
                      <a:pt x="6774" y="914"/>
                      <a:pt x="8601" y="914"/>
                    </a:cubicBezTo>
                    <a:close/>
                    <a:moveTo>
                      <a:pt x="6050" y="6711"/>
                    </a:moveTo>
                    <a:lnTo>
                      <a:pt x="5041" y="10303"/>
                    </a:lnTo>
                    <a:lnTo>
                      <a:pt x="4789" y="9421"/>
                    </a:lnTo>
                    <a:cubicBezTo>
                      <a:pt x="4749" y="9221"/>
                      <a:pt x="4571" y="9098"/>
                      <a:pt x="4389" y="9098"/>
                    </a:cubicBezTo>
                    <a:cubicBezTo>
                      <a:pt x="4284" y="9098"/>
                      <a:pt x="4177" y="9139"/>
                      <a:pt x="4096" y="9232"/>
                    </a:cubicBezTo>
                    <a:lnTo>
                      <a:pt x="1418" y="11910"/>
                    </a:lnTo>
                    <a:lnTo>
                      <a:pt x="820" y="11311"/>
                    </a:lnTo>
                    <a:lnTo>
                      <a:pt x="3529" y="8665"/>
                    </a:lnTo>
                    <a:cubicBezTo>
                      <a:pt x="3781" y="8444"/>
                      <a:pt x="3655" y="8034"/>
                      <a:pt x="3340" y="7971"/>
                    </a:cubicBezTo>
                    <a:lnTo>
                      <a:pt x="2458" y="7719"/>
                    </a:lnTo>
                    <a:lnTo>
                      <a:pt x="6050" y="6711"/>
                    </a:lnTo>
                    <a:close/>
                    <a:moveTo>
                      <a:pt x="8664" y="1"/>
                    </a:moveTo>
                    <a:cubicBezTo>
                      <a:pt x="6365" y="1"/>
                      <a:pt x="4506" y="1860"/>
                      <a:pt x="4506" y="4159"/>
                    </a:cubicBezTo>
                    <a:cubicBezTo>
                      <a:pt x="4506" y="4852"/>
                      <a:pt x="4663" y="5514"/>
                      <a:pt x="5041" y="6113"/>
                    </a:cubicBezTo>
                    <a:lnTo>
                      <a:pt x="820" y="7341"/>
                    </a:lnTo>
                    <a:cubicBezTo>
                      <a:pt x="631" y="7373"/>
                      <a:pt x="505" y="7562"/>
                      <a:pt x="505" y="7719"/>
                    </a:cubicBezTo>
                    <a:cubicBezTo>
                      <a:pt x="505" y="7940"/>
                      <a:pt x="631" y="8097"/>
                      <a:pt x="820" y="8129"/>
                    </a:cubicBezTo>
                    <a:lnTo>
                      <a:pt x="2458" y="8570"/>
                    </a:lnTo>
                    <a:lnTo>
                      <a:pt x="316" y="10712"/>
                    </a:lnTo>
                    <a:cubicBezTo>
                      <a:pt x="1" y="11027"/>
                      <a:pt x="1" y="11563"/>
                      <a:pt x="316" y="11910"/>
                    </a:cubicBezTo>
                    <a:lnTo>
                      <a:pt x="883" y="12508"/>
                    </a:lnTo>
                    <a:cubicBezTo>
                      <a:pt x="1040" y="12666"/>
                      <a:pt x="1253" y="12744"/>
                      <a:pt x="1469" y="12744"/>
                    </a:cubicBezTo>
                    <a:cubicBezTo>
                      <a:pt x="1686" y="12744"/>
                      <a:pt x="1907" y="12666"/>
                      <a:pt x="2080" y="12508"/>
                    </a:cubicBezTo>
                    <a:lnTo>
                      <a:pt x="4254" y="10334"/>
                    </a:lnTo>
                    <a:lnTo>
                      <a:pt x="4663" y="11973"/>
                    </a:lnTo>
                    <a:cubicBezTo>
                      <a:pt x="4727" y="12181"/>
                      <a:pt x="4906" y="12292"/>
                      <a:pt x="5078" y="12292"/>
                    </a:cubicBezTo>
                    <a:cubicBezTo>
                      <a:pt x="5244" y="12292"/>
                      <a:pt x="5405" y="12189"/>
                      <a:pt x="5451" y="11973"/>
                    </a:cubicBezTo>
                    <a:lnTo>
                      <a:pt x="6680" y="7782"/>
                    </a:lnTo>
                    <a:cubicBezTo>
                      <a:pt x="7278" y="8097"/>
                      <a:pt x="7940" y="8286"/>
                      <a:pt x="8664" y="8286"/>
                    </a:cubicBezTo>
                    <a:cubicBezTo>
                      <a:pt x="10933" y="8286"/>
                      <a:pt x="12792" y="6428"/>
                      <a:pt x="12792" y="4159"/>
                    </a:cubicBezTo>
                    <a:cubicBezTo>
                      <a:pt x="12792" y="1860"/>
                      <a:pt x="10933" y="1"/>
                      <a:pt x="8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</p:grpSp>
      </p:grpSp>
      <p:grpSp>
        <p:nvGrpSpPr>
          <p:cNvPr id="167" name="Google Shape;698;p54">
            <a:extLst>
              <a:ext uri="{FF2B5EF4-FFF2-40B4-BE49-F238E27FC236}">
                <a16:creationId xmlns:a16="http://schemas.microsoft.com/office/drawing/2014/main" id="{35E72219-9B35-AE0A-A54C-4F789F32FC17}"/>
              </a:ext>
            </a:extLst>
          </p:cNvPr>
          <p:cNvGrpSpPr/>
          <p:nvPr/>
        </p:nvGrpSpPr>
        <p:grpSpPr>
          <a:xfrm>
            <a:off x="-10353189" y="10569768"/>
            <a:ext cx="777340" cy="720048"/>
            <a:chOff x="754038" y="3132350"/>
            <a:chExt cx="533100" cy="533100"/>
          </a:xfrm>
        </p:grpSpPr>
        <p:sp>
          <p:nvSpPr>
            <p:cNvPr id="168" name="Google Shape;699;p54">
              <a:extLst>
                <a:ext uri="{FF2B5EF4-FFF2-40B4-BE49-F238E27FC236}">
                  <a16:creationId xmlns:a16="http://schemas.microsoft.com/office/drawing/2014/main" id="{8A9C3D2B-8549-F2E2-283E-D854E4257475}"/>
                </a:ext>
              </a:extLst>
            </p:cNvPr>
            <p:cNvSpPr/>
            <p:nvPr/>
          </p:nvSpPr>
          <p:spPr>
            <a:xfrm>
              <a:off x="754038" y="3132350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sp>
          <p:nvSpPr>
            <p:cNvPr id="169" name="Google Shape;700;p54">
              <a:extLst>
                <a:ext uri="{FF2B5EF4-FFF2-40B4-BE49-F238E27FC236}">
                  <a16:creationId xmlns:a16="http://schemas.microsoft.com/office/drawing/2014/main" id="{19F413C3-25CF-C3C5-91E9-4A1A64FC289C}"/>
                </a:ext>
              </a:extLst>
            </p:cNvPr>
            <p:cNvSpPr/>
            <p:nvPr/>
          </p:nvSpPr>
          <p:spPr>
            <a:xfrm>
              <a:off x="844001" y="3224644"/>
              <a:ext cx="353174" cy="348513"/>
            </a:xfrm>
            <a:custGeom>
              <a:avLst/>
              <a:gdLst/>
              <a:ahLst/>
              <a:cxnLst/>
              <a:rect l="l" t="t" r="r" b="b"/>
              <a:pathLst>
                <a:path w="11973" h="11815" extrusionOk="0">
                  <a:moveTo>
                    <a:pt x="5986" y="631"/>
                  </a:moveTo>
                  <a:cubicBezTo>
                    <a:pt x="6396" y="631"/>
                    <a:pt x="6711" y="946"/>
                    <a:pt x="6711" y="1324"/>
                  </a:cubicBezTo>
                  <a:cubicBezTo>
                    <a:pt x="6711" y="1733"/>
                    <a:pt x="6396" y="2048"/>
                    <a:pt x="5986" y="2048"/>
                  </a:cubicBezTo>
                  <a:cubicBezTo>
                    <a:pt x="5608" y="2048"/>
                    <a:pt x="5293" y="1733"/>
                    <a:pt x="5293" y="1324"/>
                  </a:cubicBezTo>
                  <a:cubicBezTo>
                    <a:pt x="5293" y="946"/>
                    <a:pt x="5608" y="631"/>
                    <a:pt x="5986" y="631"/>
                  </a:cubicBezTo>
                  <a:close/>
                  <a:moveTo>
                    <a:pt x="5986" y="2710"/>
                  </a:moveTo>
                  <a:cubicBezTo>
                    <a:pt x="6931" y="2710"/>
                    <a:pt x="7719" y="3498"/>
                    <a:pt x="7719" y="4443"/>
                  </a:cubicBezTo>
                  <a:lnTo>
                    <a:pt x="7719" y="4789"/>
                  </a:lnTo>
                  <a:lnTo>
                    <a:pt x="4253" y="4789"/>
                  </a:lnTo>
                  <a:lnTo>
                    <a:pt x="4253" y="4443"/>
                  </a:lnTo>
                  <a:cubicBezTo>
                    <a:pt x="4253" y="3498"/>
                    <a:pt x="5041" y="2710"/>
                    <a:pt x="5986" y="2710"/>
                  </a:cubicBezTo>
                  <a:close/>
                  <a:moveTo>
                    <a:pt x="3245" y="6900"/>
                  </a:moveTo>
                  <a:cubicBezTo>
                    <a:pt x="3623" y="6900"/>
                    <a:pt x="3938" y="7215"/>
                    <a:pt x="3938" y="7593"/>
                  </a:cubicBezTo>
                  <a:cubicBezTo>
                    <a:pt x="3938" y="8003"/>
                    <a:pt x="3623" y="8318"/>
                    <a:pt x="3245" y="8318"/>
                  </a:cubicBezTo>
                  <a:cubicBezTo>
                    <a:pt x="2836" y="8255"/>
                    <a:pt x="2521" y="7940"/>
                    <a:pt x="2521" y="7593"/>
                  </a:cubicBezTo>
                  <a:cubicBezTo>
                    <a:pt x="2521" y="7215"/>
                    <a:pt x="2836" y="6900"/>
                    <a:pt x="3245" y="6900"/>
                  </a:cubicBezTo>
                  <a:close/>
                  <a:moveTo>
                    <a:pt x="8759" y="6900"/>
                  </a:moveTo>
                  <a:cubicBezTo>
                    <a:pt x="9137" y="6900"/>
                    <a:pt x="9452" y="7215"/>
                    <a:pt x="9452" y="7593"/>
                  </a:cubicBezTo>
                  <a:cubicBezTo>
                    <a:pt x="9452" y="8003"/>
                    <a:pt x="9137" y="8318"/>
                    <a:pt x="8759" y="8318"/>
                  </a:cubicBezTo>
                  <a:cubicBezTo>
                    <a:pt x="8349" y="8318"/>
                    <a:pt x="8034" y="7940"/>
                    <a:pt x="8034" y="7593"/>
                  </a:cubicBezTo>
                  <a:cubicBezTo>
                    <a:pt x="8034" y="7215"/>
                    <a:pt x="8349" y="6900"/>
                    <a:pt x="8759" y="6900"/>
                  </a:cubicBezTo>
                  <a:close/>
                  <a:moveTo>
                    <a:pt x="10365" y="5545"/>
                  </a:moveTo>
                  <a:cubicBezTo>
                    <a:pt x="10523" y="5545"/>
                    <a:pt x="10680" y="5672"/>
                    <a:pt x="10712" y="5829"/>
                  </a:cubicBezTo>
                  <a:lnTo>
                    <a:pt x="11216" y="8570"/>
                  </a:lnTo>
                  <a:cubicBezTo>
                    <a:pt x="11247" y="8790"/>
                    <a:pt x="11027" y="8980"/>
                    <a:pt x="10838" y="8980"/>
                  </a:cubicBezTo>
                  <a:lnTo>
                    <a:pt x="10460" y="8980"/>
                  </a:lnTo>
                  <a:cubicBezTo>
                    <a:pt x="10239" y="8790"/>
                    <a:pt x="10019" y="8633"/>
                    <a:pt x="9767" y="8507"/>
                  </a:cubicBezTo>
                  <a:cubicBezTo>
                    <a:pt x="10019" y="8255"/>
                    <a:pt x="10145" y="7940"/>
                    <a:pt x="10145" y="7562"/>
                  </a:cubicBezTo>
                  <a:cubicBezTo>
                    <a:pt x="10145" y="6806"/>
                    <a:pt x="9515" y="6176"/>
                    <a:pt x="8759" y="6176"/>
                  </a:cubicBezTo>
                  <a:cubicBezTo>
                    <a:pt x="8002" y="6176"/>
                    <a:pt x="7372" y="6806"/>
                    <a:pt x="7372" y="7562"/>
                  </a:cubicBezTo>
                  <a:cubicBezTo>
                    <a:pt x="7372" y="7908"/>
                    <a:pt x="7498" y="8223"/>
                    <a:pt x="7719" y="8507"/>
                  </a:cubicBezTo>
                  <a:cubicBezTo>
                    <a:pt x="7498" y="8633"/>
                    <a:pt x="7246" y="8790"/>
                    <a:pt x="7057" y="8980"/>
                  </a:cubicBezTo>
                  <a:lnTo>
                    <a:pt x="4883" y="8980"/>
                  </a:lnTo>
                  <a:cubicBezTo>
                    <a:pt x="4694" y="8790"/>
                    <a:pt x="4442" y="8633"/>
                    <a:pt x="4222" y="8507"/>
                  </a:cubicBezTo>
                  <a:cubicBezTo>
                    <a:pt x="4474" y="8255"/>
                    <a:pt x="4568" y="7940"/>
                    <a:pt x="4568" y="7562"/>
                  </a:cubicBezTo>
                  <a:cubicBezTo>
                    <a:pt x="4568" y="6806"/>
                    <a:pt x="3938" y="6176"/>
                    <a:pt x="3214" y="6176"/>
                  </a:cubicBezTo>
                  <a:cubicBezTo>
                    <a:pt x="2458" y="6176"/>
                    <a:pt x="1828" y="6806"/>
                    <a:pt x="1828" y="7562"/>
                  </a:cubicBezTo>
                  <a:cubicBezTo>
                    <a:pt x="1828" y="7908"/>
                    <a:pt x="1954" y="8223"/>
                    <a:pt x="2174" y="8507"/>
                  </a:cubicBezTo>
                  <a:cubicBezTo>
                    <a:pt x="1922" y="8633"/>
                    <a:pt x="1701" y="8790"/>
                    <a:pt x="1512" y="8980"/>
                  </a:cubicBezTo>
                  <a:lnTo>
                    <a:pt x="1103" y="8980"/>
                  </a:lnTo>
                  <a:cubicBezTo>
                    <a:pt x="882" y="8980"/>
                    <a:pt x="725" y="8790"/>
                    <a:pt x="756" y="8570"/>
                  </a:cubicBezTo>
                  <a:lnTo>
                    <a:pt x="1260" y="5829"/>
                  </a:lnTo>
                  <a:cubicBezTo>
                    <a:pt x="1323" y="5672"/>
                    <a:pt x="1418" y="5545"/>
                    <a:pt x="1638" y="5545"/>
                  </a:cubicBezTo>
                  <a:close/>
                  <a:moveTo>
                    <a:pt x="3214" y="8948"/>
                  </a:moveTo>
                  <a:cubicBezTo>
                    <a:pt x="4127" y="8948"/>
                    <a:pt x="4915" y="9736"/>
                    <a:pt x="4915" y="10712"/>
                  </a:cubicBezTo>
                  <a:lnTo>
                    <a:pt x="4915" y="11059"/>
                  </a:lnTo>
                  <a:lnTo>
                    <a:pt x="1481" y="11059"/>
                  </a:lnTo>
                  <a:lnTo>
                    <a:pt x="1481" y="10712"/>
                  </a:lnTo>
                  <a:cubicBezTo>
                    <a:pt x="1481" y="9736"/>
                    <a:pt x="2269" y="8948"/>
                    <a:pt x="3214" y="8948"/>
                  </a:cubicBezTo>
                  <a:close/>
                  <a:moveTo>
                    <a:pt x="8759" y="8948"/>
                  </a:moveTo>
                  <a:cubicBezTo>
                    <a:pt x="9704" y="8948"/>
                    <a:pt x="10491" y="9736"/>
                    <a:pt x="10491" y="10712"/>
                  </a:cubicBezTo>
                  <a:lnTo>
                    <a:pt x="10491" y="11059"/>
                  </a:lnTo>
                  <a:lnTo>
                    <a:pt x="7026" y="11059"/>
                  </a:lnTo>
                  <a:lnTo>
                    <a:pt x="7026" y="10712"/>
                  </a:lnTo>
                  <a:cubicBezTo>
                    <a:pt x="7026" y="9736"/>
                    <a:pt x="7813" y="8948"/>
                    <a:pt x="8759" y="8948"/>
                  </a:cubicBezTo>
                  <a:close/>
                  <a:moveTo>
                    <a:pt x="5986" y="1"/>
                  </a:moveTo>
                  <a:cubicBezTo>
                    <a:pt x="5262" y="1"/>
                    <a:pt x="4631" y="631"/>
                    <a:pt x="4631" y="1387"/>
                  </a:cubicBezTo>
                  <a:cubicBezTo>
                    <a:pt x="4631" y="1733"/>
                    <a:pt x="4726" y="2048"/>
                    <a:pt x="4978" y="2269"/>
                  </a:cubicBezTo>
                  <a:cubicBezTo>
                    <a:pt x="4127" y="2679"/>
                    <a:pt x="3592" y="3498"/>
                    <a:pt x="3592" y="4474"/>
                  </a:cubicBezTo>
                  <a:lnTo>
                    <a:pt x="3592" y="4852"/>
                  </a:lnTo>
                  <a:lnTo>
                    <a:pt x="1670" y="4852"/>
                  </a:lnTo>
                  <a:cubicBezTo>
                    <a:pt x="1166" y="4852"/>
                    <a:pt x="725" y="5199"/>
                    <a:pt x="630" y="5703"/>
                  </a:cubicBezTo>
                  <a:lnTo>
                    <a:pt x="126" y="8475"/>
                  </a:lnTo>
                  <a:cubicBezTo>
                    <a:pt x="0" y="9043"/>
                    <a:pt x="473" y="9610"/>
                    <a:pt x="1071" y="9673"/>
                  </a:cubicBezTo>
                  <a:cubicBezTo>
                    <a:pt x="914" y="9988"/>
                    <a:pt x="819" y="10366"/>
                    <a:pt x="819" y="10744"/>
                  </a:cubicBezTo>
                  <a:lnTo>
                    <a:pt x="819" y="11468"/>
                  </a:lnTo>
                  <a:cubicBezTo>
                    <a:pt x="819" y="11657"/>
                    <a:pt x="977" y="11815"/>
                    <a:pt x="1197" y="11815"/>
                  </a:cubicBezTo>
                  <a:lnTo>
                    <a:pt x="5356" y="11815"/>
                  </a:lnTo>
                  <a:cubicBezTo>
                    <a:pt x="5545" y="11815"/>
                    <a:pt x="5703" y="11657"/>
                    <a:pt x="5703" y="11468"/>
                  </a:cubicBezTo>
                  <a:lnTo>
                    <a:pt x="5703" y="10744"/>
                  </a:lnTo>
                  <a:cubicBezTo>
                    <a:pt x="5703" y="10366"/>
                    <a:pt x="5640" y="9988"/>
                    <a:pt x="5482" y="9673"/>
                  </a:cubicBezTo>
                  <a:lnTo>
                    <a:pt x="6648" y="9673"/>
                  </a:lnTo>
                  <a:cubicBezTo>
                    <a:pt x="6490" y="9988"/>
                    <a:pt x="6427" y="10366"/>
                    <a:pt x="6427" y="10744"/>
                  </a:cubicBezTo>
                  <a:lnTo>
                    <a:pt x="6427" y="11468"/>
                  </a:lnTo>
                  <a:cubicBezTo>
                    <a:pt x="6427" y="11657"/>
                    <a:pt x="6585" y="11815"/>
                    <a:pt x="6774" y="11815"/>
                  </a:cubicBezTo>
                  <a:lnTo>
                    <a:pt x="10838" y="11815"/>
                  </a:lnTo>
                  <a:cubicBezTo>
                    <a:pt x="11027" y="11815"/>
                    <a:pt x="11184" y="11657"/>
                    <a:pt x="11184" y="11468"/>
                  </a:cubicBezTo>
                  <a:lnTo>
                    <a:pt x="11184" y="10744"/>
                  </a:lnTo>
                  <a:cubicBezTo>
                    <a:pt x="11184" y="10366"/>
                    <a:pt x="11121" y="9988"/>
                    <a:pt x="10964" y="9673"/>
                  </a:cubicBezTo>
                  <a:cubicBezTo>
                    <a:pt x="11563" y="9610"/>
                    <a:pt x="11972" y="9043"/>
                    <a:pt x="11878" y="8475"/>
                  </a:cubicBezTo>
                  <a:lnTo>
                    <a:pt x="11342" y="5703"/>
                  </a:lnTo>
                  <a:cubicBezTo>
                    <a:pt x="11279" y="5199"/>
                    <a:pt x="10838" y="4852"/>
                    <a:pt x="10334" y="4852"/>
                  </a:cubicBezTo>
                  <a:lnTo>
                    <a:pt x="8412" y="4852"/>
                  </a:lnTo>
                  <a:lnTo>
                    <a:pt x="8412" y="4474"/>
                  </a:lnTo>
                  <a:cubicBezTo>
                    <a:pt x="8412" y="3498"/>
                    <a:pt x="7845" y="2679"/>
                    <a:pt x="7026" y="2269"/>
                  </a:cubicBezTo>
                  <a:cubicBezTo>
                    <a:pt x="7246" y="2048"/>
                    <a:pt x="7372" y="1733"/>
                    <a:pt x="7372" y="1387"/>
                  </a:cubicBezTo>
                  <a:cubicBezTo>
                    <a:pt x="7372" y="631"/>
                    <a:pt x="6742" y="1"/>
                    <a:pt x="59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</p:grpSp>
      <p:grpSp>
        <p:nvGrpSpPr>
          <p:cNvPr id="170" name="Google Shape;701;p54">
            <a:extLst>
              <a:ext uri="{FF2B5EF4-FFF2-40B4-BE49-F238E27FC236}">
                <a16:creationId xmlns:a16="http://schemas.microsoft.com/office/drawing/2014/main" id="{6FF691BA-872F-778B-DD1B-7AD9F1C6C946}"/>
              </a:ext>
            </a:extLst>
          </p:cNvPr>
          <p:cNvGrpSpPr/>
          <p:nvPr/>
        </p:nvGrpSpPr>
        <p:grpSpPr>
          <a:xfrm>
            <a:off x="26057622" y="623400"/>
            <a:ext cx="1059866" cy="362435"/>
            <a:chOff x="4652163" y="1624263"/>
            <a:chExt cx="533100" cy="533100"/>
          </a:xfrm>
        </p:grpSpPr>
        <p:sp>
          <p:nvSpPr>
            <p:cNvPr id="171" name="Google Shape;702;p54">
              <a:extLst>
                <a:ext uri="{FF2B5EF4-FFF2-40B4-BE49-F238E27FC236}">
                  <a16:creationId xmlns:a16="http://schemas.microsoft.com/office/drawing/2014/main" id="{5155AE32-922B-82C8-243A-A4C4D90B137E}"/>
                </a:ext>
              </a:extLst>
            </p:cNvPr>
            <p:cNvSpPr/>
            <p:nvPr/>
          </p:nvSpPr>
          <p:spPr>
            <a:xfrm>
              <a:off x="4652163" y="1624263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sp>
          <p:nvSpPr>
            <p:cNvPr id="172" name="Google Shape;703;p54">
              <a:extLst>
                <a:ext uri="{FF2B5EF4-FFF2-40B4-BE49-F238E27FC236}">
                  <a16:creationId xmlns:a16="http://schemas.microsoft.com/office/drawing/2014/main" id="{0F4C674B-5101-34BD-DD31-E4AB7A1D9750}"/>
                </a:ext>
              </a:extLst>
            </p:cNvPr>
            <p:cNvSpPr/>
            <p:nvPr/>
          </p:nvSpPr>
          <p:spPr>
            <a:xfrm>
              <a:off x="4745724" y="1730225"/>
              <a:ext cx="345977" cy="321175"/>
            </a:xfrm>
            <a:custGeom>
              <a:avLst/>
              <a:gdLst/>
              <a:ahLst/>
              <a:cxnLst/>
              <a:rect l="l" t="t" r="r" b="b"/>
              <a:pathLst>
                <a:path w="19655" h="18246" extrusionOk="0">
                  <a:moveTo>
                    <a:pt x="9829" y="1835"/>
                  </a:moveTo>
                  <a:lnTo>
                    <a:pt x="12133" y="6452"/>
                  </a:lnTo>
                  <a:cubicBezTo>
                    <a:pt x="12218" y="6618"/>
                    <a:pt x="12375" y="6733"/>
                    <a:pt x="12559" y="6760"/>
                  </a:cubicBezTo>
                  <a:lnTo>
                    <a:pt x="17698" y="7500"/>
                  </a:lnTo>
                  <a:lnTo>
                    <a:pt x="13984" y="11078"/>
                  </a:lnTo>
                  <a:cubicBezTo>
                    <a:pt x="13848" y="11211"/>
                    <a:pt x="13788" y="11398"/>
                    <a:pt x="13821" y="11582"/>
                  </a:cubicBezTo>
                  <a:lnTo>
                    <a:pt x="14700" y="16646"/>
                  </a:lnTo>
                  <a:lnTo>
                    <a:pt x="10092" y="14251"/>
                  </a:lnTo>
                  <a:cubicBezTo>
                    <a:pt x="10009" y="14209"/>
                    <a:pt x="9919" y="14188"/>
                    <a:pt x="9830" y="14188"/>
                  </a:cubicBezTo>
                  <a:cubicBezTo>
                    <a:pt x="9740" y="14188"/>
                    <a:pt x="9651" y="14209"/>
                    <a:pt x="9570" y="14251"/>
                  </a:cubicBezTo>
                  <a:lnTo>
                    <a:pt x="4962" y="16646"/>
                  </a:lnTo>
                  <a:lnTo>
                    <a:pt x="5838" y="11582"/>
                  </a:lnTo>
                  <a:cubicBezTo>
                    <a:pt x="5871" y="11398"/>
                    <a:pt x="5810" y="11208"/>
                    <a:pt x="5674" y="11078"/>
                  </a:cubicBezTo>
                  <a:lnTo>
                    <a:pt x="1961" y="7500"/>
                  </a:lnTo>
                  <a:lnTo>
                    <a:pt x="7100" y="6760"/>
                  </a:lnTo>
                  <a:cubicBezTo>
                    <a:pt x="7284" y="6733"/>
                    <a:pt x="7441" y="6618"/>
                    <a:pt x="7525" y="6452"/>
                  </a:cubicBezTo>
                  <a:lnTo>
                    <a:pt x="9829" y="1835"/>
                  </a:lnTo>
                  <a:close/>
                  <a:moveTo>
                    <a:pt x="9828" y="1"/>
                  </a:moveTo>
                  <a:cubicBezTo>
                    <a:pt x="9627" y="1"/>
                    <a:pt x="9426" y="105"/>
                    <a:pt x="9322" y="313"/>
                  </a:cubicBezTo>
                  <a:lnTo>
                    <a:pt x="6641" y="5682"/>
                  </a:lnTo>
                  <a:lnTo>
                    <a:pt x="653" y="6543"/>
                  </a:lnTo>
                  <a:cubicBezTo>
                    <a:pt x="188" y="6609"/>
                    <a:pt x="1" y="7183"/>
                    <a:pt x="339" y="7509"/>
                  </a:cubicBezTo>
                  <a:lnTo>
                    <a:pt x="4672" y="11685"/>
                  </a:lnTo>
                  <a:lnTo>
                    <a:pt x="3648" y="17579"/>
                  </a:lnTo>
                  <a:cubicBezTo>
                    <a:pt x="3584" y="17947"/>
                    <a:pt x="3875" y="18245"/>
                    <a:pt x="4207" y="18245"/>
                  </a:cubicBezTo>
                  <a:cubicBezTo>
                    <a:pt x="4293" y="18245"/>
                    <a:pt x="4383" y="18225"/>
                    <a:pt x="4470" y="18180"/>
                  </a:cubicBezTo>
                  <a:lnTo>
                    <a:pt x="9829" y="15393"/>
                  </a:lnTo>
                  <a:lnTo>
                    <a:pt x="15189" y="18180"/>
                  </a:lnTo>
                  <a:cubicBezTo>
                    <a:pt x="15275" y="18225"/>
                    <a:pt x="15365" y="18245"/>
                    <a:pt x="15452" y="18245"/>
                  </a:cubicBezTo>
                  <a:cubicBezTo>
                    <a:pt x="15782" y="18245"/>
                    <a:pt x="16072" y="17948"/>
                    <a:pt x="16007" y="17582"/>
                  </a:cubicBezTo>
                  <a:lnTo>
                    <a:pt x="14986" y="11685"/>
                  </a:lnTo>
                  <a:lnTo>
                    <a:pt x="19316" y="7512"/>
                  </a:lnTo>
                  <a:cubicBezTo>
                    <a:pt x="19655" y="7183"/>
                    <a:pt x="19470" y="6609"/>
                    <a:pt x="19005" y="6543"/>
                  </a:cubicBezTo>
                  <a:lnTo>
                    <a:pt x="13015" y="5682"/>
                  </a:lnTo>
                  <a:lnTo>
                    <a:pt x="10333" y="313"/>
                  </a:lnTo>
                  <a:cubicBezTo>
                    <a:pt x="10229" y="105"/>
                    <a:pt x="10029" y="1"/>
                    <a:pt x="98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>
                <a:solidFill>
                  <a:srgbClr val="435D74"/>
                </a:solidFill>
              </a:endParaRPr>
            </a:p>
          </p:txBody>
        </p:sp>
      </p:grpSp>
      <p:sp>
        <p:nvSpPr>
          <p:cNvPr id="173" name="Google Shape;704;p54">
            <a:extLst>
              <a:ext uri="{FF2B5EF4-FFF2-40B4-BE49-F238E27FC236}">
                <a16:creationId xmlns:a16="http://schemas.microsoft.com/office/drawing/2014/main" id="{66EB823D-5676-7400-4086-BD3FBDC1D313}"/>
              </a:ext>
            </a:extLst>
          </p:cNvPr>
          <p:cNvSpPr txBox="1"/>
          <p:nvPr/>
        </p:nvSpPr>
        <p:spPr>
          <a:xfrm>
            <a:off x="-8235690" y="2663232"/>
            <a:ext cx="5004810" cy="72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80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1,503</a:t>
            </a:r>
            <a:endParaRPr sz="80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4" name="Google Shape;705;p54">
            <a:extLst>
              <a:ext uri="{FF2B5EF4-FFF2-40B4-BE49-F238E27FC236}">
                <a16:creationId xmlns:a16="http://schemas.microsoft.com/office/drawing/2014/main" id="{414FE781-0FD0-E174-B08F-EC4B1A952E89}"/>
              </a:ext>
            </a:extLst>
          </p:cNvPr>
          <p:cNvSpPr txBox="1"/>
          <p:nvPr/>
        </p:nvSpPr>
        <p:spPr>
          <a:xfrm>
            <a:off x="-8540490" y="11750102"/>
            <a:ext cx="4059930" cy="72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8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33,450</a:t>
            </a:r>
            <a:endParaRPr sz="8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5" name="Google Shape;706;p54">
            <a:extLst>
              <a:ext uri="{FF2B5EF4-FFF2-40B4-BE49-F238E27FC236}">
                <a16:creationId xmlns:a16="http://schemas.microsoft.com/office/drawing/2014/main" id="{24D92D93-49DC-8FEC-22C6-E556FE03ED72}"/>
              </a:ext>
            </a:extLst>
          </p:cNvPr>
          <p:cNvSpPr txBox="1"/>
          <p:nvPr/>
        </p:nvSpPr>
        <p:spPr>
          <a:xfrm>
            <a:off x="31956971" y="10713601"/>
            <a:ext cx="3636831" cy="921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80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0</a:t>
            </a:r>
            <a:endParaRPr sz="80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6" name="Google Shape;707;p54">
            <a:extLst>
              <a:ext uri="{FF2B5EF4-FFF2-40B4-BE49-F238E27FC236}">
                <a16:creationId xmlns:a16="http://schemas.microsoft.com/office/drawing/2014/main" id="{67C95B54-17A4-BA28-D0DC-7C7EADF6242E}"/>
              </a:ext>
            </a:extLst>
          </p:cNvPr>
          <p:cNvSpPr txBox="1"/>
          <p:nvPr/>
        </p:nvSpPr>
        <p:spPr>
          <a:xfrm>
            <a:off x="29413200" y="1704832"/>
            <a:ext cx="5535520" cy="362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8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918</a:t>
            </a:r>
            <a:endParaRPr sz="8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306060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5EC81-CB14-01E8-9F1B-9F8C9AD2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4F0D678-D817-BBD3-E4D7-2C8E50FC007A}"/>
              </a:ext>
            </a:extLst>
          </p:cNvPr>
          <p:cNvSpPr/>
          <p:nvPr/>
        </p:nvSpPr>
        <p:spPr>
          <a:xfrm rot="4320000">
            <a:off x="13502552" y="3590276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2009D3A-76F5-ABEE-3A54-5CC23B27232E}"/>
              </a:ext>
            </a:extLst>
          </p:cNvPr>
          <p:cNvSpPr/>
          <p:nvPr/>
        </p:nvSpPr>
        <p:spPr>
          <a:xfrm rot="4320000">
            <a:off x="12217805" y="6839230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81F9FE-C127-97D6-905D-E1E312E6711A}"/>
              </a:ext>
            </a:extLst>
          </p:cNvPr>
          <p:cNvSpPr/>
          <p:nvPr/>
        </p:nvSpPr>
        <p:spPr>
          <a:xfrm rot="4320000">
            <a:off x="12177015" y="6790521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495F1B9-BC76-92C8-C055-5A2627A4BBF4}"/>
              </a:ext>
            </a:extLst>
          </p:cNvPr>
          <p:cNvSpPr/>
          <p:nvPr/>
        </p:nvSpPr>
        <p:spPr>
          <a:xfrm rot="4320000">
            <a:off x="12196655" y="6850681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FCE3485-2701-5360-AF99-3D84B3326AFA}"/>
              </a:ext>
            </a:extLst>
          </p:cNvPr>
          <p:cNvSpPr/>
          <p:nvPr/>
        </p:nvSpPr>
        <p:spPr>
          <a:xfrm rot="4320000">
            <a:off x="13502548" y="3266292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202666-03CB-634C-A594-85306B42EFA1}"/>
              </a:ext>
            </a:extLst>
          </p:cNvPr>
          <p:cNvSpPr/>
          <p:nvPr/>
        </p:nvSpPr>
        <p:spPr>
          <a:xfrm rot="4320000">
            <a:off x="13331604" y="4028972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E60798E-A248-E169-98FA-9DBDAE709FD9}"/>
              </a:ext>
            </a:extLst>
          </p:cNvPr>
          <p:cNvSpPr/>
          <p:nvPr/>
        </p:nvSpPr>
        <p:spPr>
          <a:xfrm rot="4320000">
            <a:off x="12237152" y="6816810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BF04D4C-1B0A-76D8-EB0D-ECBD6C630AD7}"/>
              </a:ext>
            </a:extLst>
          </p:cNvPr>
          <p:cNvSpPr/>
          <p:nvPr/>
        </p:nvSpPr>
        <p:spPr>
          <a:xfrm rot="4320000">
            <a:off x="12171825" y="6772577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8C04AC-CFD9-A0C3-D0AF-B7F0FE442C7B}"/>
              </a:ext>
            </a:extLst>
          </p:cNvPr>
          <p:cNvSpPr/>
          <p:nvPr/>
        </p:nvSpPr>
        <p:spPr>
          <a:xfrm rot="4320000">
            <a:off x="12202348" y="6859099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C7E94A8-7244-2567-1E75-279418B2454B}"/>
              </a:ext>
            </a:extLst>
          </p:cNvPr>
          <p:cNvSpPr/>
          <p:nvPr/>
        </p:nvSpPr>
        <p:spPr>
          <a:xfrm rot="4320000">
            <a:off x="12193345" y="6851764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CE105B-6457-5BD7-F116-221561C794A5}"/>
              </a:ext>
            </a:extLst>
          </p:cNvPr>
          <p:cNvSpPr/>
          <p:nvPr/>
        </p:nvSpPr>
        <p:spPr>
          <a:xfrm rot="15120000">
            <a:off x="8697868" y="5170965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137F80-D5B2-4D13-38AF-1936C3130F2A}"/>
              </a:ext>
            </a:extLst>
          </p:cNvPr>
          <p:cNvSpPr/>
          <p:nvPr/>
        </p:nvSpPr>
        <p:spPr>
          <a:xfrm rot="15120000">
            <a:off x="12027461" y="6742125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75D328F-9C71-889A-0CA9-657DA9AB9354}"/>
              </a:ext>
            </a:extLst>
          </p:cNvPr>
          <p:cNvSpPr/>
          <p:nvPr/>
        </p:nvSpPr>
        <p:spPr>
          <a:xfrm rot="15120000">
            <a:off x="12149409" y="6874445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B18C3D8-F73B-8652-51F1-12C8F179B9FA}"/>
              </a:ext>
            </a:extLst>
          </p:cNvPr>
          <p:cNvSpPr/>
          <p:nvPr/>
        </p:nvSpPr>
        <p:spPr>
          <a:xfrm rot="15120000">
            <a:off x="12180629" y="6856555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BB69B39-C1A9-4F51-3C98-D47FAB0677E7}"/>
              </a:ext>
            </a:extLst>
          </p:cNvPr>
          <p:cNvSpPr/>
          <p:nvPr/>
        </p:nvSpPr>
        <p:spPr>
          <a:xfrm rot="15120000">
            <a:off x="8194568" y="4992260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528B21C-84DD-0291-0537-FEE9BEAB25FE}"/>
              </a:ext>
            </a:extLst>
          </p:cNvPr>
          <p:cNvSpPr/>
          <p:nvPr/>
        </p:nvSpPr>
        <p:spPr>
          <a:xfrm rot="15120000">
            <a:off x="9233274" y="5380155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96EF2CC-A257-853D-5747-20BCB0103838}"/>
              </a:ext>
            </a:extLst>
          </p:cNvPr>
          <p:cNvSpPr/>
          <p:nvPr/>
        </p:nvSpPr>
        <p:spPr>
          <a:xfrm rot="15120000">
            <a:off x="11935586" y="6680042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EF104BB-BB58-38E2-6764-8E81FD660849}"/>
              </a:ext>
            </a:extLst>
          </p:cNvPr>
          <p:cNvSpPr/>
          <p:nvPr/>
        </p:nvSpPr>
        <p:spPr>
          <a:xfrm rot="15120000">
            <a:off x="12136301" y="6878163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CD4C54F-28BE-22C8-7BBE-10871E6AE8CE}"/>
              </a:ext>
            </a:extLst>
          </p:cNvPr>
          <p:cNvSpPr/>
          <p:nvPr/>
        </p:nvSpPr>
        <p:spPr>
          <a:xfrm rot="15120000">
            <a:off x="12115809" y="6795435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871F040-0C00-19E0-D14A-D033196108C1}"/>
              </a:ext>
            </a:extLst>
          </p:cNvPr>
          <p:cNvSpPr/>
          <p:nvPr/>
        </p:nvSpPr>
        <p:spPr>
          <a:xfrm rot="15120000">
            <a:off x="12179504" y="6852114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28D880EC-720B-6773-5034-9CE2FFA1BDFA}"/>
              </a:ext>
            </a:extLst>
          </p:cNvPr>
          <p:cNvSpPr/>
          <p:nvPr/>
        </p:nvSpPr>
        <p:spPr>
          <a:xfrm rot="6480000">
            <a:off x="13521968" y="5112362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E048946-BB91-AD93-327A-57A659587908}"/>
              </a:ext>
            </a:extLst>
          </p:cNvPr>
          <p:cNvSpPr/>
          <p:nvPr/>
        </p:nvSpPr>
        <p:spPr>
          <a:xfrm rot="6480000">
            <a:off x="12184759" y="6844981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88BD5BB2-7BC3-E90A-CB2A-562ACE5B11A9}"/>
              </a:ext>
            </a:extLst>
          </p:cNvPr>
          <p:cNvSpPr/>
          <p:nvPr/>
        </p:nvSpPr>
        <p:spPr>
          <a:xfrm rot="6480000">
            <a:off x="12212714" y="6765731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7BC4C20-F083-52EF-E509-8FC1992F0EFE}"/>
              </a:ext>
            </a:extLst>
          </p:cNvPr>
          <p:cNvSpPr/>
          <p:nvPr/>
        </p:nvSpPr>
        <p:spPr>
          <a:xfrm rot="6480000">
            <a:off x="12210521" y="6815035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E212BCCA-D024-3020-1A03-CBDA62950A22}"/>
              </a:ext>
            </a:extLst>
          </p:cNvPr>
          <p:cNvSpPr/>
          <p:nvPr/>
        </p:nvSpPr>
        <p:spPr>
          <a:xfrm rot="6480000">
            <a:off x="13516600" y="4950166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28ED7E4-0024-F7B0-FC0F-47DB2E7BB460}"/>
              </a:ext>
            </a:extLst>
          </p:cNvPr>
          <p:cNvSpPr/>
          <p:nvPr/>
        </p:nvSpPr>
        <p:spPr>
          <a:xfrm rot="6480000">
            <a:off x="13351021" y="5321550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3F285276-21B2-87A8-1A36-6F6617898806}"/>
              </a:ext>
            </a:extLst>
          </p:cNvPr>
          <p:cNvSpPr/>
          <p:nvPr/>
        </p:nvSpPr>
        <p:spPr>
          <a:xfrm rot="6480000">
            <a:off x="12181830" y="6851461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D6E4D36F-4EC9-0F2D-49E3-6379BF3264A6}"/>
              </a:ext>
            </a:extLst>
          </p:cNvPr>
          <p:cNvSpPr/>
          <p:nvPr/>
        </p:nvSpPr>
        <p:spPr>
          <a:xfrm rot="6480000">
            <a:off x="12213134" y="6752183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E592FC0-3508-00EF-3309-A10333D85E86}"/>
              </a:ext>
            </a:extLst>
          </p:cNvPr>
          <p:cNvSpPr/>
          <p:nvPr/>
        </p:nvSpPr>
        <p:spPr>
          <a:xfrm rot="6480000">
            <a:off x="12189043" y="6837536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A8A2C6D-C476-F9FE-0C83-ED172B1E51E5}"/>
              </a:ext>
            </a:extLst>
          </p:cNvPr>
          <p:cNvSpPr/>
          <p:nvPr/>
        </p:nvSpPr>
        <p:spPr>
          <a:xfrm rot="6480000">
            <a:off x="12205796" y="6814948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024B93C-E909-4E35-93B7-BFA0855F0C76}"/>
              </a:ext>
            </a:extLst>
          </p:cNvPr>
          <p:cNvSpPr/>
          <p:nvPr/>
        </p:nvSpPr>
        <p:spPr>
          <a:xfrm rot="17280000">
            <a:off x="8678451" y="3648879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F389488-0A35-DB53-CA7C-3E0098BD76B0}"/>
              </a:ext>
            </a:extLst>
          </p:cNvPr>
          <p:cNvSpPr/>
          <p:nvPr/>
        </p:nvSpPr>
        <p:spPr>
          <a:xfrm rot="17280000">
            <a:off x="12060506" y="6736374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B5ADD0A-3CF8-F93D-9108-35354F864129}"/>
              </a:ext>
            </a:extLst>
          </p:cNvPr>
          <p:cNvSpPr/>
          <p:nvPr/>
        </p:nvSpPr>
        <p:spPr>
          <a:xfrm rot="17280000">
            <a:off x="12113711" y="6899235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58AD64E5-8E4B-2F5A-2EAC-0138BA63806F}"/>
              </a:ext>
            </a:extLst>
          </p:cNvPr>
          <p:cNvSpPr/>
          <p:nvPr/>
        </p:nvSpPr>
        <p:spPr>
          <a:xfrm rot="17280000">
            <a:off x="12166763" y="6892202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E2A9B36-D3ED-FD62-F025-1301923E93D2}"/>
              </a:ext>
            </a:extLst>
          </p:cNvPr>
          <p:cNvSpPr/>
          <p:nvPr/>
        </p:nvSpPr>
        <p:spPr>
          <a:xfrm rot="17280000">
            <a:off x="8180516" y="3308386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1A9CBE4-60B0-CA25-942A-13047E56A45D}"/>
              </a:ext>
            </a:extLst>
          </p:cNvPr>
          <p:cNvSpPr/>
          <p:nvPr/>
        </p:nvSpPr>
        <p:spPr>
          <a:xfrm rot="17280000">
            <a:off x="9213857" y="4087577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57D308-762D-8A35-6576-2167BB717C5B}"/>
              </a:ext>
            </a:extLst>
          </p:cNvPr>
          <p:cNvSpPr/>
          <p:nvPr/>
        </p:nvSpPr>
        <p:spPr>
          <a:xfrm rot="17280000">
            <a:off x="11990908" y="6645392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0B18D17-1DEF-FE84-9F9F-55D4103DAE5D}"/>
              </a:ext>
            </a:extLst>
          </p:cNvPr>
          <p:cNvSpPr/>
          <p:nvPr/>
        </p:nvSpPr>
        <p:spPr>
          <a:xfrm rot="17280000">
            <a:off x="12094992" y="6898558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678A69B-4268-9EA3-61D2-D44A483A1285}"/>
              </a:ext>
            </a:extLst>
          </p:cNvPr>
          <p:cNvSpPr/>
          <p:nvPr/>
        </p:nvSpPr>
        <p:spPr>
          <a:xfrm rot="17280000">
            <a:off x="12129114" y="6816999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7C8B017-6CB4-40A4-0F65-789A7DD45178}"/>
              </a:ext>
            </a:extLst>
          </p:cNvPr>
          <p:cNvSpPr/>
          <p:nvPr/>
        </p:nvSpPr>
        <p:spPr>
          <a:xfrm rot="17280000">
            <a:off x="12167053" y="6888929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1DCFCAD-BD5E-EA07-935B-AF51AAFD82B0}"/>
              </a:ext>
            </a:extLst>
          </p:cNvPr>
          <p:cNvSpPr/>
          <p:nvPr/>
        </p:nvSpPr>
        <p:spPr>
          <a:xfrm rot="19440000">
            <a:off x="9550484" y="2467178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15B84C99-BEFE-3926-8C6C-58612BB5DE47}"/>
              </a:ext>
            </a:extLst>
          </p:cNvPr>
          <p:cNvSpPr/>
          <p:nvPr/>
        </p:nvSpPr>
        <p:spPr>
          <a:xfrm rot="19440000">
            <a:off x="12075179" y="6694331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9A2459BC-D97D-2B24-759B-EA24CCE2A73F}"/>
              </a:ext>
            </a:extLst>
          </p:cNvPr>
          <p:cNvSpPr/>
          <p:nvPr/>
        </p:nvSpPr>
        <p:spPr>
          <a:xfrm rot="19440000">
            <a:off x="12052702" y="6841105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4516176D-42B2-A36F-D869-FFAE27334939}"/>
              </a:ext>
            </a:extLst>
          </p:cNvPr>
          <p:cNvSpPr/>
          <p:nvPr/>
        </p:nvSpPr>
        <p:spPr>
          <a:xfrm rot="19440000">
            <a:off x="12118234" y="6854185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4F11E30F-0871-C4FE-FEB2-6888202594B1}"/>
              </a:ext>
            </a:extLst>
          </p:cNvPr>
          <p:cNvSpPr/>
          <p:nvPr/>
        </p:nvSpPr>
        <p:spPr>
          <a:xfrm rot="19440000">
            <a:off x="9149401" y="2011093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0915A95C-BF1A-4B8F-699F-866549F8D47E}"/>
              </a:ext>
            </a:extLst>
          </p:cNvPr>
          <p:cNvSpPr/>
          <p:nvPr/>
        </p:nvSpPr>
        <p:spPr>
          <a:xfrm rot="19440000">
            <a:off x="9950163" y="3074993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55D1EA76-E0B4-690D-EA1E-87099A4C8D9D}"/>
              </a:ext>
            </a:extLst>
          </p:cNvPr>
          <p:cNvSpPr/>
          <p:nvPr/>
        </p:nvSpPr>
        <p:spPr>
          <a:xfrm rot="19440000">
            <a:off x="12041127" y="6594608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33648DF9-1737-DDBE-5560-304CBA714480}"/>
              </a:ext>
            </a:extLst>
          </p:cNvPr>
          <p:cNvSpPr/>
          <p:nvPr/>
        </p:nvSpPr>
        <p:spPr>
          <a:xfrm rot="19440000">
            <a:off x="12031690" y="6834061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1D5C9EF-65FD-11F1-169A-F3905D0293CE}"/>
              </a:ext>
            </a:extLst>
          </p:cNvPr>
          <p:cNvSpPr/>
          <p:nvPr/>
        </p:nvSpPr>
        <p:spPr>
          <a:xfrm rot="19440000">
            <a:off x="12111362" y="6784042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DDC3107-FB4D-F30D-7017-004C94083E36}"/>
              </a:ext>
            </a:extLst>
          </p:cNvPr>
          <p:cNvSpPr/>
          <p:nvPr/>
        </p:nvSpPr>
        <p:spPr>
          <a:xfrm rot="19440000">
            <a:off x="12118941" y="6852657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69536B38-3778-0AC5-177A-E42990FDC108}"/>
              </a:ext>
            </a:extLst>
          </p:cNvPr>
          <p:cNvSpPr/>
          <p:nvPr/>
        </p:nvSpPr>
        <p:spPr>
          <a:xfrm rot="8640000">
            <a:off x="12590358" y="6425472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E61C9CA-187B-0301-3222-89B98B9A88D1}"/>
              </a:ext>
            </a:extLst>
          </p:cNvPr>
          <p:cNvSpPr/>
          <p:nvPr/>
        </p:nvSpPr>
        <p:spPr>
          <a:xfrm rot="8640000">
            <a:off x="12166218" y="6890597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0BA16ADD-0C35-BB9D-55C9-81B348EEC360}"/>
              </a:ext>
            </a:extLst>
          </p:cNvPr>
          <p:cNvSpPr/>
          <p:nvPr/>
        </p:nvSpPr>
        <p:spPr>
          <a:xfrm rot="8640000">
            <a:off x="12272065" y="6825216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D0F43AAD-97BE-F746-2CE0-DA21B8D10591}"/>
              </a:ext>
            </a:extLst>
          </p:cNvPr>
          <p:cNvSpPr/>
          <p:nvPr/>
        </p:nvSpPr>
        <p:spPr>
          <a:xfrm rot="8640000">
            <a:off x="12258779" y="6853286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D355976-AAEA-25B5-3C29-04656255C932}"/>
              </a:ext>
            </a:extLst>
          </p:cNvPr>
          <p:cNvSpPr/>
          <p:nvPr/>
        </p:nvSpPr>
        <p:spPr>
          <a:xfrm rot="8640000">
            <a:off x="12474425" y="6392201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7BDBA2D-851F-067E-E8E3-4CDD69C73927}"/>
              </a:ext>
            </a:extLst>
          </p:cNvPr>
          <p:cNvSpPr/>
          <p:nvPr/>
        </p:nvSpPr>
        <p:spPr>
          <a:xfrm rot="8640000">
            <a:off x="12565066" y="6448361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098D905E-0FE6-A790-0006-A0E334C50338}"/>
              </a:ext>
            </a:extLst>
          </p:cNvPr>
          <p:cNvSpPr/>
          <p:nvPr/>
        </p:nvSpPr>
        <p:spPr>
          <a:xfrm rot="8640000">
            <a:off x="12125767" y="6908058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F41D5D3-C65C-FC8B-D453-320732DC4D63}"/>
              </a:ext>
            </a:extLst>
          </p:cNvPr>
          <p:cNvSpPr/>
          <p:nvPr/>
        </p:nvSpPr>
        <p:spPr>
          <a:xfrm rot="8640000">
            <a:off x="12274280" y="6818413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1BADA7D-09B8-14B0-4F44-095115E28744}"/>
              </a:ext>
            </a:extLst>
          </p:cNvPr>
          <p:cNvSpPr/>
          <p:nvPr/>
        </p:nvSpPr>
        <p:spPr>
          <a:xfrm rot="8640000">
            <a:off x="12204913" y="6872124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7003A4A-6A4A-5FB3-11B5-BC9C12FFE479}"/>
              </a:ext>
            </a:extLst>
          </p:cNvPr>
          <p:cNvSpPr/>
          <p:nvPr/>
        </p:nvSpPr>
        <p:spPr>
          <a:xfrm rot="8640000">
            <a:off x="12253515" y="6851543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030FA5D-C34C-B31B-CE1E-F44C9947C4FD}"/>
              </a:ext>
            </a:extLst>
          </p:cNvPr>
          <p:cNvSpPr/>
          <p:nvPr/>
        </p:nvSpPr>
        <p:spPr>
          <a:xfrm rot="17280000">
            <a:off x="8678451" y="3648879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945496B-FE49-42AB-6C3D-C637B37817F6}"/>
              </a:ext>
            </a:extLst>
          </p:cNvPr>
          <p:cNvSpPr/>
          <p:nvPr/>
        </p:nvSpPr>
        <p:spPr>
          <a:xfrm rot="17280000">
            <a:off x="12060506" y="6736374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02C559F-932B-E7EC-DE40-9A7987D0BB93}"/>
              </a:ext>
            </a:extLst>
          </p:cNvPr>
          <p:cNvSpPr/>
          <p:nvPr/>
        </p:nvSpPr>
        <p:spPr>
          <a:xfrm rot="17280000">
            <a:off x="12113711" y="6899235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0825EDFD-867D-A790-C22B-65F03F23B48C}"/>
              </a:ext>
            </a:extLst>
          </p:cNvPr>
          <p:cNvSpPr/>
          <p:nvPr/>
        </p:nvSpPr>
        <p:spPr>
          <a:xfrm rot="17280000">
            <a:off x="12166763" y="6892202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A1EFF33-8301-B712-C6C3-AD4E0C27D2DC}"/>
              </a:ext>
            </a:extLst>
          </p:cNvPr>
          <p:cNvSpPr/>
          <p:nvPr/>
        </p:nvSpPr>
        <p:spPr>
          <a:xfrm rot="17280000">
            <a:off x="8180516" y="3308386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F84E3299-FD03-0883-9438-DE9ECF5FA50E}"/>
              </a:ext>
            </a:extLst>
          </p:cNvPr>
          <p:cNvSpPr/>
          <p:nvPr/>
        </p:nvSpPr>
        <p:spPr>
          <a:xfrm rot="17280000">
            <a:off x="9213857" y="4087577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55D7C4BE-FE8B-6AFD-23CA-855E59F304D2}"/>
              </a:ext>
            </a:extLst>
          </p:cNvPr>
          <p:cNvSpPr/>
          <p:nvPr/>
        </p:nvSpPr>
        <p:spPr>
          <a:xfrm rot="17280000">
            <a:off x="11990908" y="6645392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A69E87A-5484-876F-90B5-F6FF50248DBC}"/>
              </a:ext>
            </a:extLst>
          </p:cNvPr>
          <p:cNvSpPr/>
          <p:nvPr/>
        </p:nvSpPr>
        <p:spPr>
          <a:xfrm rot="17280000">
            <a:off x="12094992" y="6898558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6E36EB76-085C-41FB-6D3C-2C9037C02CB8}"/>
              </a:ext>
            </a:extLst>
          </p:cNvPr>
          <p:cNvSpPr/>
          <p:nvPr/>
        </p:nvSpPr>
        <p:spPr>
          <a:xfrm rot="17280000">
            <a:off x="12129114" y="6816999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A1279EAB-0DDC-63ED-D89C-5416C611B113}"/>
              </a:ext>
            </a:extLst>
          </p:cNvPr>
          <p:cNvSpPr/>
          <p:nvPr/>
        </p:nvSpPr>
        <p:spPr>
          <a:xfrm rot="17280000">
            <a:off x="12167053" y="6888929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5B40A967-64B5-FD4F-1B8D-0D01F13B156C}"/>
              </a:ext>
            </a:extLst>
          </p:cNvPr>
          <p:cNvSpPr/>
          <p:nvPr/>
        </p:nvSpPr>
        <p:spPr>
          <a:xfrm rot="6480000">
            <a:off x="13521968" y="5112362"/>
            <a:ext cx="2186758" cy="4954759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3B0934E1-4AD8-3A76-9249-09D03A140C98}"/>
              </a:ext>
            </a:extLst>
          </p:cNvPr>
          <p:cNvSpPr/>
          <p:nvPr/>
        </p:nvSpPr>
        <p:spPr>
          <a:xfrm rot="6480000">
            <a:off x="12184759" y="6844981"/>
            <a:ext cx="141913" cy="134645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6AD5D0B5-3F20-C322-7332-4FFC4CF7A83C}"/>
              </a:ext>
            </a:extLst>
          </p:cNvPr>
          <p:cNvSpPr/>
          <p:nvPr/>
        </p:nvSpPr>
        <p:spPr>
          <a:xfrm rot="6480000">
            <a:off x="12212714" y="6765731"/>
            <a:ext cx="60753" cy="51034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CF1CA038-4F7F-C76D-445D-526CFCA0DE07}"/>
              </a:ext>
            </a:extLst>
          </p:cNvPr>
          <p:cNvSpPr/>
          <p:nvPr/>
        </p:nvSpPr>
        <p:spPr>
          <a:xfrm rot="6480000">
            <a:off x="12210521" y="6815035"/>
            <a:ext cx="9894" cy="8763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A0EAED03-1B1F-5CAE-91E8-ECEB13B3C4A7}"/>
              </a:ext>
            </a:extLst>
          </p:cNvPr>
          <p:cNvSpPr/>
          <p:nvPr/>
        </p:nvSpPr>
        <p:spPr>
          <a:xfrm rot="6480000">
            <a:off x="13516600" y="4950166"/>
            <a:ext cx="2690062" cy="5457447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225860BA-BAE4-399D-0FA7-BC2962F25A38}"/>
              </a:ext>
            </a:extLst>
          </p:cNvPr>
          <p:cNvSpPr/>
          <p:nvPr/>
        </p:nvSpPr>
        <p:spPr>
          <a:xfrm rot="6480000">
            <a:off x="13351021" y="5321550"/>
            <a:ext cx="1822300" cy="4306873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D6FB6C5B-FD97-1A1B-E215-A9636FD35862}"/>
              </a:ext>
            </a:extLst>
          </p:cNvPr>
          <p:cNvSpPr/>
          <p:nvPr/>
        </p:nvSpPr>
        <p:spPr>
          <a:xfrm rot="6480000">
            <a:off x="12181830" y="6851461"/>
            <a:ext cx="214440" cy="219148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58F116EA-B876-6715-DF3C-E5936ADF9D44}"/>
              </a:ext>
            </a:extLst>
          </p:cNvPr>
          <p:cNvSpPr/>
          <p:nvPr/>
        </p:nvSpPr>
        <p:spPr>
          <a:xfrm rot="6480000">
            <a:off x="12213134" y="6752183"/>
            <a:ext cx="79052" cy="6525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D762F39-5C6A-2C90-9B3C-EAC1C53F5CFA}"/>
              </a:ext>
            </a:extLst>
          </p:cNvPr>
          <p:cNvSpPr/>
          <p:nvPr/>
        </p:nvSpPr>
        <p:spPr>
          <a:xfrm rot="6480000">
            <a:off x="12189043" y="6837536"/>
            <a:ext cx="69021" cy="6146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E331FAB0-DF92-4DA9-1E04-6CC549EBD8E5}"/>
              </a:ext>
            </a:extLst>
          </p:cNvPr>
          <p:cNvSpPr/>
          <p:nvPr/>
        </p:nvSpPr>
        <p:spPr>
          <a:xfrm rot="6480000">
            <a:off x="12205796" y="6814948"/>
            <a:ext cx="14329" cy="12123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F01A3D1A-DB85-FED9-0ECE-301692A95EC9}"/>
              </a:ext>
            </a:extLst>
          </p:cNvPr>
          <p:cNvSpPr/>
          <p:nvPr/>
        </p:nvSpPr>
        <p:spPr>
          <a:xfrm rot="10800000">
            <a:off x="11102072" y="6915242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31571C6E-4FA7-ACC7-1C45-5360472F106C}"/>
              </a:ext>
            </a:extLst>
          </p:cNvPr>
          <p:cNvSpPr/>
          <p:nvPr/>
        </p:nvSpPr>
        <p:spPr>
          <a:xfrm rot="10800000">
            <a:off x="12065153" y="6872968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DE4760B0-8CC6-6021-9615-3B6239314E9F}"/>
              </a:ext>
            </a:extLst>
          </p:cNvPr>
          <p:cNvSpPr/>
          <p:nvPr/>
        </p:nvSpPr>
        <p:spPr>
          <a:xfrm rot="10800000">
            <a:off x="12221097" y="6865559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3" name="Freeform: Shape 122">
            <a:extLst>
              <a:ext uri="{FF2B5EF4-FFF2-40B4-BE49-F238E27FC236}">
                <a16:creationId xmlns:a16="http://schemas.microsoft.com/office/drawing/2014/main" id="{A59A3C6B-915F-B994-CD6E-7E7E70F51E98}"/>
              </a:ext>
            </a:extLst>
          </p:cNvPr>
          <p:cNvSpPr/>
          <p:nvPr/>
        </p:nvSpPr>
        <p:spPr>
          <a:xfrm rot="10800000">
            <a:off x="12210932" y="6869034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5FFFDEA2-B334-0B70-2DAA-0DE4A16464B2}"/>
              </a:ext>
            </a:extLst>
          </p:cNvPr>
          <p:cNvSpPr/>
          <p:nvPr/>
        </p:nvSpPr>
        <p:spPr>
          <a:xfrm rot="10800000">
            <a:off x="10834648" y="6925399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213A8DDF-E57B-B2E3-116E-CBFEF8476F46}"/>
              </a:ext>
            </a:extLst>
          </p:cNvPr>
          <p:cNvSpPr/>
          <p:nvPr/>
        </p:nvSpPr>
        <p:spPr>
          <a:xfrm rot="10800000">
            <a:off x="11289267" y="6869090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D873C076-17A8-0560-E2F9-007DEF0F23C2}"/>
              </a:ext>
            </a:extLst>
          </p:cNvPr>
          <p:cNvSpPr/>
          <p:nvPr/>
        </p:nvSpPr>
        <p:spPr>
          <a:xfrm rot="10800000">
            <a:off x="11990874" y="6877358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B7514672-8B82-BE68-3B93-70C5A1FDD5FA}"/>
              </a:ext>
            </a:extLst>
          </p:cNvPr>
          <p:cNvSpPr/>
          <p:nvPr/>
        </p:nvSpPr>
        <p:spPr>
          <a:xfrm rot="10800000">
            <a:off x="12221023" y="6865559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1F46BAAF-6C71-47E6-E12C-F9F682190DC0}"/>
              </a:ext>
            </a:extLst>
          </p:cNvPr>
          <p:cNvSpPr/>
          <p:nvPr/>
        </p:nvSpPr>
        <p:spPr>
          <a:xfrm rot="10800000">
            <a:off x="12135403" y="6865564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1B6FFB7D-7D6B-673D-F40E-9AEDC7A29C29}"/>
              </a:ext>
            </a:extLst>
          </p:cNvPr>
          <p:cNvSpPr/>
          <p:nvPr/>
        </p:nvSpPr>
        <p:spPr>
          <a:xfrm rot="10800000">
            <a:off x="12206302" y="6865557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DC3D76C9-3A10-7FEE-15CA-0A151F9C6D56}"/>
              </a:ext>
            </a:extLst>
          </p:cNvPr>
          <p:cNvSpPr/>
          <p:nvPr/>
        </p:nvSpPr>
        <p:spPr>
          <a:xfrm>
            <a:off x="11038770" y="1977409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C9F9E542-B01E-880B-B69D-2407F8BAE65B}"/>
              </a:ext>
            </a:extLst>
          </p:cNvPr>
          <p:cNvSpPr/>
          <p:nvPr/>
        </p:nvSpPr>
        <p:spPr>
          <a:xfrm>
            <a:off x="12176244" y="6711960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41A693E6-3506-20FB-2B71-3FBB59C8FB20}"/>
              </a:ext>
            </a:extLst>
          </p:cNvPr>
          <p:cNvSpPr/>
          <p:nvPr/>
        </p:nvSpPr>
        <p:spPr>
          <a:xfrm>
            <a:off x="12103670" y="6800762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ED08C74A-C106-08CC-B297-4F3515E4E3EB}"/>
              </a:ext>
            </a:extLst>
          </p:cNvPr>
          <p:cNvSpPr/>
          <p:nvPr/>
        </p:nvSpPr>
        <p:spPr>
          <a:xfrm>
            <a:off x="12166081" y="6838437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DB193EB-7A42-3222-DE3B-D973AE8A7C54}"/>
              </a:ext>
            </a:extLst>
          </p:cNvPr>
          <p:cNvSpPr/>
          <p:nvPr/>
        </p:nvSpPr>
        <p:spPr>
          <a:xfrm>
            <a:off x="10789178" y="1477895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631BB337-0469-415C-A9B7-0C81E56D811E}"/>
              </a:ext>
            </a:extLst>
          </p:cNvPr>
          <p:cNvSpPr/>
          <p:nvPr/>
        </p:nvSpPr>
        <p:spPr>
          <a:xfrm>
            <a:off x="11225963" y="2654263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089A26B9-7775-805A-A59D-72091609F70B}"/>
              </a:ext>
            </a:extLst>
          </p:cNvPr>
          <p:cNvSpPr/>
          <p:nvPr/>
        </p:nvSpPr>
        <p:spPr>
          <a:xfrm>
            <a:off x="12176020" y="6625308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BF5FD989-6F56-9F16-05CC-6D8EAE6D6F0D}"/>
              </a:ext>
            </a:extLst>
          </p:cNvPr>
          <p:cNvSpPr/>
          <p:nvPr/>
        </p:nvSpPr>
        <p:spPr>
          <a:xfrm>
            <a:off x="12084947" y="6786914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5C6418B6-23FA-257E-48A7-26F70483AEE8}"/>
              </a:ext>
            </a:extLst>
          </p:cNvPr>
          <p:cNvSpPr/>
          <p:nvPr/>
        </p:nvSpPr>
        <p:spPr>
          <a:xfrm>
            <a:off x="12180872" y="6790603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9D1D9461-342F-D855-BD3C-833800373298}"/>
              </a:ext>
            </a:extLst>
          </p:cNvPr>
          <p:cNvSpPr/>
          <p:nvPr/>
        </p:nvSpPr>
        <p:spPr>
          <a:xfrm>
            <a:off x="12166155" y="6838644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921CA2C8-8E14-7352-5997-5A2C231481AE}"/>
              </a:ext>
            </a:extLst>
          </p:cNvPr>
          <p:cNvSpPr/>
          <p:nvPr/>
        </p:nvSpPr>
        <p:spPr>
          <a:xfrm rot="2160000">
            <a:off x="12539147" y="2430681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5E4262E8-B2C6-D5DA-FAB7-DF44C3D12EF2}"/>
              </a:ext>
            </a:extLst>
          </p:cNvPr>
          <p:cNvSpPr/>
          <p:nvPr/>
        </p:nvSpPr>
        <p:spPr>
          <a:xfrm rot="2160000">
            <a:off x="12256095" y="6760339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0D66AD57-9222-D142-EF76-8268CCBBC38F}"/>
              </a:ext>
            </a:extLst>
          </p:cNvPr>
          <p:cNvSpPr/>
          <p:nvPr/>
        </p:nvSpPr>
        <p:spPr>
          <a:xfrm rot="2160000">
            <a:off x="12177067" y="6772794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7AF93D57-AA24-BC89-4C74-45D1E34C30CE}"/>
              </a:ext>
            </a:extLst>
          </p:cNvPr>
          <p:cNvSpPr/>
          <p:nvPr/>
        </p:nvSpPr>
        <p:spPr>
          <a:xfrm rot="2160000">
            <a:off x="12222496" y="6828533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72CBF53C-D28E-C71F-E1AC-B9E959239F5A}"/>
              </a:ext>
            </a:extLst>
          </p:cNvPr>
          <p:cNvSpPr/>
          <p:nvPr/>
        </p:nvSpPr>
        <p:spPr>
          <a:xfrm rot="2160000">
            <a:off x="12437641" y="1985077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A216BCB9-663B-F8C9-0492-51BE08A93EB6}"/>
              </a:ext>
            </a:extLst>
          </p:cNvPr>
          <p:cNvSpPr/>
          <p:nvPr/>
        </p:nvSpPr>
        <p:spPr>
          <a:xfrm rot="2160000">
            <a:off x="12513854" y="3038494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D0B03DDB-CA3C-8D02-73F0-BAB3EDA9091C}"/>
              </a:ext>
            </a:extLst>
          </p:cNvPr>
          <p:cNvSpPr/>
          <p:nvPr/>
        </p:nvSpPr>
        <p:spPr>
          <a:xfrm rot="2160000">
            <a:off x="12275556" y="6704145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A29DFA8-0809-4AC9-9118-4165E548B5C1}"/>
              </a:ext>
            </a:extLst>
          </p:cNvPr>
          <p:cNvSpPr/>
          <p:nvPr/>
        </p:nvSpPr>
        <p:spPr>
          <a:xfrm rot="2160000">
            <a:off x="12164194" y="6754787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A1BA5FC-BBAF-93D1-12E0-8AF9CC89B872}"/>
              </a:ext>
            </a:extLst>
          </p:cNvPr>
          <p:cNvSpPr/>
          <p:nvPr/>
        </p:nvSpPr>
        <p:spPr>
          <a:xfrm rot="2160000">
            <a:off x="12241700" y="6811479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0E3BB87-6C3F-60C3-E7C8-4FC71E1982D4}"/>
              </a:ext>
            </a:extLst>
          </p:cNvPr>
          <p:cNvSpPr/>
          <p:nvPr/>
        </p:nvSpPr>
        <p:spPr>
          <a:xfrm rot="2160000">
            <a:off x="12221038" y="6829770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852A4B25-238C-C292-7BC0-40C45D0C7999}"/>
              </a:ext>
            </a:extLst>
          </p:cNvPr>
          <p:cNvSpPr/>
          <p:nvPr/>
        </p:nvSpPr>
        <p:spPr>
          <a:xfrm rot="12960000">
            <a:off x="9601694" y="6461970"/>
            <a:ext cx="2246334" cy="4823351"/>
          </a:xfrm>
          <a:custGeom>
            <a:avLst/>
            <a:gdLst>
              <a:gd name="connsiteX0" fmla="*/ 486137 w 972273"/>
              <a:gd name="connsiteY0" fmla="*/ 0 h 2144551"/>
              <a:gd name="connsiteX1" fmla="*/ 540845 w 972273"/>
              <a:gd name="connsiteY1" fmla="*/ 46371 h 2144551"/>
              <a:gd name="connsiteX2" fmla="*/ 972273 w 972273"/>
              <a:gd name="connsiteY2" fmla="*/ 1083321 h 2144551"/>
              <a:gd name="connsiteX3" fmla="*/ 635032 w 972273"/>
              <a:gd name="connsiteY3" fmla="*/ 2022071 h 2144551"/>
              <a:gd name="connsiteX4" fmla="*/ 555425 w 972273"/>
              <a:gd name="connsiteY4" fmla="*/ 2105069 h 2144551"/>
              <a:gd name="connsiteX5" fmla="*/ 587576 w 972273"/>
              <a:gd name="connsiteY5" fmla="*/ 2066541 h 2144551"/>
              <a:gd name="connsiteX6" fmla="*/ 610215 w 972273"/>
              <a:gd name="connsiteY6" fmla="*/ 2042151 h 2144551"/>
              <a:gd name="connsiteX7" fmla="*/ 891250 w 972273"/>
              <a:gd name="connsiteY7" fmla="*/ 1233791 h 2144551"/>
              <a:gd name="connsiteX8" fmla="*/ 531726 w 972273"/>
              <a:gd name="connsiteY8" fmla="*/ 340872 h 2144551"/>
              <a:gd name="connsiteX9" fmla="*/ 486137 w 972273"/>
              <a:gd name="connsiteY9" fmla="*/ 300942 h 2144551"/>
              <a:gd name="connsiteX10" fmla="*/ 440547 w 972273"/>
              <a:gd name="connsiteY10" fmla="*/ 340872 h 2144551"/>
              <a:gd name="connsiteX11" fmla="*/ 81022 w 972273"/>
              <a:gd name="connsiteY11" fmla="*/ 1233791 h 2144551"/>
              <a:gd name="connsiteX12" fmla="*/ 440547 w 972273"/>
              <a:gd name="connsiteY12" fmla="*/ 2126710 h 2144551"/>
              <a:gd name="connsiteX13" fmla="*/ 460917 w 972273"/>
              <a:gd name="connsiteY13" fmla="*/ 2144551 h 2144551"/>
              <a:gd name="connsiteX14" fmla="*/ 452813 w 972273"/>
              <a:gd name="connsiteY14" fmla="*/ 2138395 h 2144551"/>
              <a:gd name="connsiteX15" fmla="*/ 431430 w 972273"/>
              <a:gd name="connsiteY15" fmla="*/ 2120270 h 2144551"/>
              <a:gd name="connsiteX16" fmla="*/ 0 w 972273"/>
              <a:gd name="connsiteY16" fmla="*/ 1083321 h 2144551"/>
              <a:gd name="connsiteX17" fmla="*/ 431430 w 972273"/>
              <a:gd name="connsiteY17" fmla="*/ 46371 h 2144551"/>
              <a:gd name="connsiteX18" fmla="*/ 486137 w 972273"/>
              <a:gd name="connsiteY18" fmla="*/ 0 h 2144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72273" h="2144551">
                <a:moveTo>
                  <a:pt x="486137" y="0"/>
                </a:moveTo>
                <a:lnTo>
                  <a:pt x="540845" y="46371"/>
                </a:lnTo>
                <a:cubicBezTo>
                  <a:pt x="804329" y="292846"/>
                  <a:pt x="972273" y="665852"/>
                  <a:pt x="972273" y="1083321"/>
                </a:cubicBezTo>
                <a:cubicBezTo>
                  <a:pt x="972273" y="1448606"/>
                  <a:pt x="843691" y="1779850"/>
                  <a:pt x="635032" y="2022071"/>
                </a:cubicBezTo>
                <a:lnTo>
                  <a:pt x="555425" y="2105069"/>
                </a:lnTo>
                <a:lnTo>
                  <a:pt x="587576" y="2066541"/>
                </a:lnTo>
                <a:lnTo>
                  <a:pt x="610215" y="2042151"/>
                </a:lnTo>
                <a:cubicBezTo>
                  <a:pt x="784099" y="1833573"/>
                  <a:pt x="891250" y="1548339"/>
                  <a:pt x="891250" y="1233791"/>
                </a:cubicBezTo>
                <a:cubicBezTo>
                  <a:pt x="891250" y="874309"/>
                  <a:pt x="751297" y="553112"/>
                  <a:pt x="531726" y="340872"/>
                </a:cubicBezTo>
                <a:lnTo>
                  <a:pt x="486137" y="300942"/>
                </a:lnTo>
                <a:lnTo>
                  <a:pt x="440547" y="340872"/>
                </a:lnTo>
                <a:cubicBezTo>
                  <a:pt x="220976" y="553112"/>
                  <a:pt x="81022" y="874309"/>
                  <a:pt x="81022" y="1233791"/>
                </a:cubicBezTo>
                <a:cubicBezTo>
                  <a:pt x="81022" y="1593274"/>
                  <a:pt x="220976" y="1914470"/>
                  <a:pt x="440547" y="2126710"/>
                </a:cubicBezTo>
                <a:lnTo>
                  <a:pt x="460917" y="2144551"/>
                </a:lnTo>
                <a:lnTo>
                  <a:pt x="452813" y="2138395"/>
                </a:lnTo>
                <a:lnTo>
                  <a:pt x="431430" y="2120270"/>
                </a:lnTo>
                <a:cubicBezTo>
                  <a:pt x="167945" y="1873796"/>
                  <a:pt x="0" y="1500789"/>
                  <a:pt x="0" y="1083321"/>
                </a:cubicBezTo>
                <a:cubicBezTo>
                  <a:pt x="0" y="665852"/>
                  <a:pt x="167945" y="292846"/>
                  <a:pt x="431430" y="46371"/>
                </a:cubicBezTo>
                <a:lnTo>
                  <a:pt x="486137" y="0"/>
                </a:lnTo>
                <a:close/>
              </a:path>
            </a:pathLst>
          </a:custGeom>
          <a:solidFill>
            <a:srgbClr val="A5A5A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C1904068-1C9C-FA1C-6933-0FA8983B616E}"/>
              </a:ext>
            </a:extLst>
          </p:cNvPr>
          <p:cNvSpPr/>
          <p:nvPr/>
        </p:nvSpPr>
        <p:spPr>
          <a:xfrm rot="12960000">
            <a:off x="11985302" y="6824589"/>
            <a:ext cx="145779" cy="131074"/>
          </a:xfrm>
          <a:custGeom>
            <a:avLst/>
            <a:gdLst>
              <a:gd name="connsiteX0" fmla="*/ 63097 w 63097"/>
              <a:gd name="connsiteY0" fmla="*/ 0 h 58278"/>
              <a:gd name="connsiteX1" fmla="*/ 39250 w 63097"/>
              <a:gd name="connsiteY1" fmla="*/ 28577 h 58278"/>
              <a:gd name="connsiteX2" fmla="*/ 32692 w 63097"/>
              <a:gd name="connsiteY2" fmla="*/ 34966 h 58278"/>
              <a:gd name="connsiteX3" fmla="*/ 2004 w 63097"/>
              <a:gd name="connsiteY3" fmla="*/ 58278 h 58278"/>
              <a:gd name="connsiteX4" fmla="*/ 0 w 63097"/>
              <a:gd name="connsiteY4" fmla="*/ 56325 h 58278"/>
              <a:gd name="connsiteX5" fmla="*/ 48517 w 63097"/>
              <a:gd name="connsiteY5" fmla="*/ 15201 h 58278"/>
              <a:gd name="connsiteX6" fmla="*/ 63097 w 63097"/>
              <a:gd name="connsiteY6" fmla="*/ 0 h 5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97" h="58278">
                <a:moveTo>
                  <a:pt x="63097" y="0"/>
                </a:moveTo>
                <a:lnTo>
                  <a:pt x="39250" y="28577"/>
                </a:lnTo>
                <a:lnTo>
                  <a:pt x="32692" y="34966"/>
                </a:lnTo>
                <a:lnTo>
                  <a:pt x="2004" y="58278"/>
                </a:lnTo>
                <a:lnTo>
                  <a:pt x="0" y="56325"/>
                </a:lnTo>
                <a:lnTo>
                  <a:pt x="48517" y="15201"/>
                </a:lnTo>
                <a:lnTo>
                  <a:pt x="6309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B21FCEE0-D669-7BAE-B9D5-68672C566229}"/>
              </a:ext>
            </a:extLst>
          </p:cNvPr>
          <p:cNvSpPr/>
          <p:nvPr/>
        </p:nvSpPr>
        <p:spPr>
          <a:xfrm rot="12960000">
            <a:off x="12147701" y="6893527"/>
            <a:ext cx="62408" cy="49681"/>
          </a:xfrm>
          <a:custGeom>
            <a:avLst/>
            <a:gdLst>
              <a:gd name="connsiteX0" fmla="*/ 0 w 27012"/>
              <a:gd name="connsiteY0" fmla="*/ 0 h 22089"/>
              <a:gd name="connsiteX1" fmla="*/ 27012 w 27012"/>
              <a:gd name="connsiteY1" fmla="*/ 20520 h 22089"/>
              <a:gd name="connsiteX2" fmla="*/ 25220 w 27012"/>
              <a:gd name="connsiteY2" fmla="*/ 22089 h 22089"/>
              <a:gd name="connsiteX3" fmla="*/ 0 w 27012"/>
              <a:gd name="connsiteY3" fmla="*/ 0 h 22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2" h="22089">
                <a:moveTo>
                  <a:pt x="0" y="0"/>
                </a:moveTo>
                <a:lnTo>
                  <a:pt x="27012" y="20520"/>
                </a:lnTo>
                <a:lnTo>
                  <a:pt x="25220" y="22089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040BA88A-A29F-3600-3CC9-F4A6F52DBFAB}"/>
              </a:ext>
            </a:extLst>
          </p:cNvPr>
          <p:cNvSpPr/>
          <p:nvPr/>
        </p:nvSpPr>
        <p:spPr>
          <a:xfrm rot="12960000">
            <a:off x="12154517" y="6878938"/>
            <a:ext cx="10163" cy="8531"/>
          </a:xfrm>
          <a:custGeom>
            <a:avLst/>
            <a:gdLst>
              <a:gd name="connsiteX0" fmla="*/ 4303 w 4399"/>
              <a:gd name="connsiteY0" fmla="*/ 0 h 3793"/>
              <a:gd name="connsiteX1" fmla="*/ 4399 w 4399"/>
              <a:gd name="connsiteY1" fmla="*/ 92 h 3793"/>
              <a:gd name="connsiteX2" fmla="*/ 32 w 4399"/>
              <a:gd name="connsiteY2" fmla="*/ 3793 h 3793"/>
              <a:gd name="connsiteX3" fmla="*/ 0 w 4399"/>
              <a:gd name="connsiteY3" fmla="*/ 3769 h 3793"/>
              <a:gd name="connsiteX4" fmla="*/ 4303 w 4399"/>
              <a:gd name="connsiteY4" fmla="*/ 0 h 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99" h="3793">
                <a:moveTo>
                  <a:pt x="4303" y="0"/>
                </a:moveTo>
                <a:lnTo>
                  <a:pt x="4399" y="92"/>
                </a:lnTo>
                <a:lnTo>
                  <a:pt x="32" y="3793"/>
                </a:lnTo>
                <a:lnTo>
                  <a:pt x="0" y="3769"/>
                </a:lnTo>
                <a:lnTo>
                  <a:pt x="4303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A392CA61-4952-13E1-12C1-2DA70EBE2AD5}"/>
              </a:ext>
            </a:extLst>
          </p:cNvPr>
          <p:cNvSpPr/>
          <p:nvPr/>
        </p:nvSpPr>
        <p:spPr>
          <a:xfrm rot="12960000">
            <a:off x="9186185" y="6418217"/>
            <a:ext cx="2763350" cy="5312708"/>
          </a:xfrm>
          <a:custGeom>
            <a:avLst/>
            <a:gdLst>
              <a:gd name="connsiteX0" fmla="*/ 598026 w 1196051"/>
              <a:gd name="connsiteY0" fmla="*/ 0 h 2362128"/>
              <a:gd name="connsiteX1" fmla="*/ 665325 w 1196051"/>
              <a:gd name="connsiteY1" fmla="*/ 51124 h 2362128"/>
              <a:gd name="connsiteX2" fmla="*/ 1196051 w 1196051"/>
              <a:gd name="connsiteY2" fmla="*/ 1194367 h 2362128"/>
              <a:gd name="connsiteX3" fmla="*/ 665325 w 1196051"/>
              <a:gd name="connsiteY3" fmla="*/ 2337610 h 2362128"/>
              <a:gd name="connsiteX4" fmla="*/ 633050 w 1196051"/>
              <a:gd name="connsiteY4" fmla="*/ 2362128 h 2362128"/>
              <a:gd name="connsiteX5" fmla="*/ 639608 w 1196051"/>
              <a:gd name="connsiteY5" fmla="*/ 2355739 h 2362128"/>
              <a:gd name="connsiteX6" fmla="*/ 663455 w 1196051"/>
              <a:gd name="connsiteY6" fmla="*/ 2327162 h 2362128"/>
              <a:gd name="connsiteX7" fmla="*/ 743062 w 1196051"/>
              <a:gd name="connsiteY7" fmla="*/ 2244164 h 2362128"/>
              <a:gd name="connsiteX8" fmla="*/ 1080303 w 1196051"/>
              <a:gd name="connsiteY8" fmla="*/ 1305414 h 2362128"/>
              <a:gd name="connsiteX9" fmla="*/ 648875 w 1196051"/>
              <a:gd name="connsiteY9" fmla="*/ 268464 h 2362128"/>
              <a:gd name="connsiteX10" fmla="*/ 594167 w 1196051"/>
              <a:gd name="connsiteY10" fmla="*/ 222093 h 2362128"/>
              <a:gd name="connsiteX11" fmla="*/ 539460 w 1196051"/>
              <a:gd name="connsiteY11" fmla="*/ 268464 h 2362128"/>
              <a:gd name="connsiteX12" fmla="*/ 108030 w 1196051"/>
              <a:gd name="connsiteY12" fmla="*/ 1305414 h 2362128"/>
              <a:gd name="connsiteX13" fmla="*/ 539460 w 1196051"/>
              <a:gd name="connsiteY13" fmla="*/ 2342363 h 2362128"/>
              <a:gd name="connsiteX14" fmla="*/ 560843 w 1196051"/>
              <a:gd name="connsiteY14" fmla="*/ 2360488 h 2362128"/>
              <a:gd name="connsiteX15" fmla="*/ 530727 w 1196051"/>
              <a:gd name="connsiteY15" fmla="*/ 2337610 h 2362128"/>
              <a:gd name="connsiteX16" fmla="*/ 0 w 1196051"/>
              <a:gd name="connsiteY16" fmla="*/ 1194367 h 2362128"/>
              <a:gd name="connsiteX17" fmla="*/ 530727 w 1196051"/>
              <a:gd name="connsiteY17" fmla="*/ 51124 h 2362128"/>
              <a:gd name="connsiteX18" fmla="*/ 598026 w 1196051"/>
              <a:gd name="connsiteY18" fmla="*/ 0 h 2362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96051" h="2362128">
                <a:moveTo>
                  <a:pt x="598026" y="0"/>
                </a:moveTo>
                <a:lnTo>
                  <a:pt x="665325" y="51124"/>
                </a:lnTo>
                <a:cubicBezTo>
                  <a:pt x="989453" y="322864"/>
                  <a:pt x="1196051" y="734106"/>
                  <a:pt x="1196051" y="1194367"/>
                </a:cubicBezTo>
                <a:cubicBezTo>
                  <a:pt x="1196051" y="1654628"/>
                  <a:pt x="989453" y="2065870"/>
                  <a:pt x="665325" y="2337610"/>
                </a:cubicBezTo>
                <a:lnTo>
                  <a:pt x="633050" y="2362128"/>
                </a:lnTo>
                <a:lnTo>
                  <a:pt x="639608" y="2355739"/>
                </a:lnTo>
                <a:lnTo>
                  <a:pt x="663455" y="2327162"/>
                </a:lnTo>
                <a:lnTo>
                  <a:pt x="743062" y="2244164"/>
                </a:lnTo>
                <a:cubicBezTo>
                  <a:pt x="951721" y="2001943"/>
                  <a:pt x="1080303" y="1670699"/>
                  <a:pt x="1080303" y="1305414"/>
                </a:cubicBezTo>
                <a:cubicBezTo>
                  <a:pt x="1080303" y="887945"/>
                  <a:pt x="912359" y="514939"/>
                  <a:pt x="648875" y="268464"/>
                </a:cubicBezTo>
                <a:lnTo>
                  <a:pt x="594167" y="222093"/>
                </a:lnTo>
                <a:lnTo>
                  <a:pt x="539460" y="268464"/>
                </a:lnTo>
                <a:cubicBezTo>
                  <a:pt x="275975" y="514939"/>
                  <a:pt x="108030" y="887945"/>
                  <a:pt x="108030" y="1305414"/>
                </a:cubicBezTo>
                <a:cubicBezTo>
                  <a:pt x="108030" y="1722882"/>
                  <a:pt x="275975" y="2095889"/>
                  <a:pt x="539460" y="2342363"/>
                </a:cubicBezTo>
                <a:lnTo>
                  <a:pt x="560843" y="2360488"/>
                </a:lnTo>
                <a:lnTo>
                  <a:pt x="530727" y="2337610"/>
                </a:lnTo>
                <a:cubicBezTo>
                  <a:pt x="206599" y="2065870"/>
                  <a:pt x="0" y="1654628"/>
                  <a:pt x="0" y="1194367"/>
                </a:cubicBezTo>
                <a:cubicBezTo>
                  <a:pt x="0" y="734106"/>
                  <a:pt x="206599" y="322864"/>
                  <a:pt x="530727" y="51124"/>
                </a:cubicBezTo>
                <a:lnTo>
                  <a:pt x="59802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3090639E-FA2E-341E-81D8-68B0EC889F28}"/>
              </a:ext>
            </a:extLst>
          </p:cNvPr>
          <p:cNvSpPr/>
          <p:nvPr/>
        </p:nvSpPr>
        <p:spPr>
          <a:xfrm rot="12960000">
            <a:off x="10001375" y="6484859"/>
            <a:ext cx="1871947" cy="4192649"/>
          </a:xfrm>
          <a:custGeom>
            <a:avLst/>
            <a:gdLst>
              <a:gd name="connsiteX0" fmla="*/ 405115 w 810228"/>
              <a:gd name="connsiteY0" fmla="*/ 0 h 1864129"/>
              <a:gd name="connsiteX1" fmla="*/ 450704 w 810228"/>
              <a:gd name="connsiteY1" fmla="*/ 39930 h 1864129"/>
              <a:gd name="connsiteX2" fmla="*/ 810228 w 810228"/>
              <a:gd name="connsiteY2" fmla="*/ 932849 h 1864129"/>
              <a:gd name="connsiteX3" fmla="*/ 529193 w 810228"/>
              <a:gd name="connsiteY3" fmla="*/ 1741209 h 1864129"/>
              <a:gd name="connsiteX4" fmla="*/ 506554 w 810228"/>
              <a:gd name="connsiteY4" fmla="*/ 1765599 h 1864129"/>
              <a:gd name="connsiteX5" fmla="*/ 508862 w 810228"/>
              <a:gd name="connsiteY5" fmla="*/ 1762833 h 1864129"/>
              <a:gd name="connsiteX6" fmla="*/ 717631 w 810228"/>
              <a:gd name="connsiteY6" fmla="*/ 1094894 h 1864129"/>
              <a:gd name="connsiteX7" fmla="*/ 450556 w 810228"/>
              <a:gd name="connsiteY7" fmla="*/ 357085 h 1864129"/>
              <a:gd name="connsiteX8" fmla="*/ 416689 w 810228"/>
              <a:gd name="connsiteY8" fmla="*/ 324091 h 1864129"/>
              <a:gd name="connsiteX9" fmla="*/ 382823 w 810228"/>
              <a:gd name="connsiteY9" fmla="*/ 357085 h 1864129"/>
              <a:gd name="connsiteX10" fmla="*/ 115747 w 810228"/>
              <a:gd name="connsiteY10" fmla="*/ 1094894 h 1864129"/>
              <a:gd name="connsiteX11" fmla="*/ 382823 w 810228"/>
              <a:gd name="connsiteY11" fmla="*/ 1832704 h 1864129"/>
              <a:gd name="connsiteX12" fmla="*/ 411210 w 810228"/>
              <a:gd name="connsiteY12" fmla="*/ 1860360 h 1864129"/>
              <a:gd name="connsiteX13" fmla="*/ 406907 w 810228"/>
              <a:gd name="connsiteY13" fmla="*/ 1864129 h 1864129"/>
              <a:gd name="connsiteX14" fmla="*/ 379895 w 810228"/>
              <a:gd name="connsiteY14" fmla="*/ 1843609 h 1864129"/>
              <a:gd name="connsiteX15" fmla="*/ 359525 w 810228"/>
              <a:gd name="connsiteY15" fmla="*/ 1825768 h 1864129"/>
              <a:gd name="connsiteX16" fmla="*/ 0 w 810228"/>
              <a:gd name="connsiteY16" fmla="*/ 932849 h 1864129"/>
              <a:gd name="connsiteX17" fmla="*/ 359525 w 810228"/>
              <a:gd name="connsiteY17" fmla="*/ 39930 h 1864129"/>
              <a:gd name="connsiteX18" fmla="*/ 405115 w 810228"/>
              <a:gd name="connsiteY18" fmla="*/ 0 h 186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10228" h="1864129">
                <a:moveTo>
                  <a:pt x="405115" y="0"/>
                </a:moveTo>
                <a:lnTo>
                  <a:pt x="450704" y="39930"/>
                </a:lnTo>
                <a:cubicBezTo>
                  <a:pt x="670275" y="252170"/>
                  <a:pt x="810228" y="573367"/>
                  <a:pt x="810228" y="932849"/>
                </a:cubicBezTo>
                <a:cubicBezTo>
                  <a:pt x="810228" y="1247397"/>
                  <a:pt x="703077" y="1532631"/>
                  <a:pt x="529193" y="1741209"/>
                </a:cubicBezTo>
                <a:lnTo>
                  <a:pt x="506554" y="1765599"/>
                </a:lnTo>
                <a:lnTo>
                  <a:pt x="508862" y="1762833"/>
                </a:lnTo>
                <a:cubicBezTo>
                  <a:pt x="638033" y="1590488"/>
                  <a:pt x="717631" y="1354802"/>
                  <a:pt x="717631" y="1094894"/>
                </a:cubicBezTo>
                <a:cubicBezTo>
                  <a:pt x="717631" y="797858"/>
                  <a:pt x="613666" y="532456"/>
                  <a:pt x="450556" y="357085"/>
                </a:cubicBezTo>
                <a:lnTo>
                  <a:pt x="416689" y="324091"/>
                </a:lnTo>
                <a:lnTo>
                  <a:pt x="382823" y="357085"/>
                </a:lnTo>
                <a:cubicBezTo>
                  <a:pt x="219713" y="532456"/>
                  <a:pt x="115747" y="797858"/>
                  <a:pt x="115747" y="1094894"/>
                </a:cubicBezTo>
                <a:cubicBezTo>
                  <a:pt x="115747" y="1391931"/>
                  <a:pt x="219713" y="1657332"/>
                  <a:pt x="382823" y="1832704"/>
                </a:cubicBezTo>
                <a:lnTo>
                  <a:pt x="411210" y="1860360"/>
                </a:lnTo>
                <a:lnTo>
                  <a:pt x="406907" y="1864129"/>
                </a:lnTo>
                <a:lnTo>
                  <a:pt x="379895" y="1843609"/>
                </a:lnTo>
                <a:lnTo>
                  <a:pt x="359525" y="1825768"/>
                </a:lnTo>
                <a:cubicBezTo>
                  <a:pt x="139954" y="1613528"/>
                  <a:pt x="0" y="1292332"/>
                  <a:pt x="0" y="932849"/>
                </a:cubicBezTo>
                <a:cubicBezTo>
                  <a:pt x="0" y="573367"/>
                  <a:pt x="139954" y="252170"/>
                  <a:pt x="359525" y="39930"/>
                </a:cubicBezTo>
                <a:lnTo>
                  <a:pt x="405115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73D27ED7-E689-C5A2-1F07-56EEEDD03F46}"/>
              </a:ext>
            </a:extLst>
          </p:cNvPr>
          <p:cNvSpPr/>
          <p:nvPr/>
        </p:nvSpPr>
        <p:spPr>
          <a:xfrm rot="12960000">
            <a:off x="11891338" y="6798521"/>
            <a:ext cx="220282" cy="213336"/>
          </a:xfrm>
          <a:custGeom>
            <a:avLst/>
            <a:gdLst>
              <a:gd name="connsiteX0" fmla="*/ 95344 w 95344"/>
              <a:gd name="connsiteY0" fmla="*/ 0 h 94853"/>
              <a:gd name="connsiteX1" fmla="*/ 63193 w 95344"/>
              <a:gd name="connsiteY1" fmla="*/ 38528 h 94853"/>
              <a:gd name="connsiteX2" fmla="*/ 48613 w 95344"/>
              <a:gd name="connsiteY2" fmla="*/ 53729 h 94853"/>
              <a:gd name="connsiteX3" fmla="*/ 96 w 95344"/>
              <a:gd name="connsiteY3" fmla="*/ 94853 h 94853"/>
              <a:gd name="connsiteX4" fmla="*/ 0 w 95344"/>
              <a:gd name="connsiteY4" fmla="*/ 94761 h 94853"/>
              <a:gd name="connsiteX5" fmla="*/ 39494 w 95344"/>
              <a:gd name="connsiteY5" fmla="*/ 60169 h 94853"/>
              <a:gd name="connsiteX6" fmla="*/ 95344 w 95344"/>
              <a:gd name="connsiteY6" fmla="*/ 0 h 94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44" h="94853">
                <a:moveTo>
                  <a:pt x="95344" y="0"/>
                </a:moveTo>
                <a:lnTo>
                  <a:pt x="63193" y="38528"/>
                </a:lnTo>
                <a:lnTo>
                  <a:pt x="48613" y="53729"/>
                </a:lnTo>
                <a:lnTo>
                  <a:pt x="96" y="94853"/>
                </a:lnTo>
                <a:lnTo>
                  <a:pt x="0" y="94761"/>
                </a:lnTo>
                <a:lnTo>
                  <a:pt x="39494" y="60169"/>
                </a:lnTo>
                <a:lnTo>
                  <a:pt x="95344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068AF16A-16D3-5684-BA32-54A64DD06FB4}"/>
              </a:ext>
            </a:extLst>
          </p:cNvPr>
          <p:cNvSpPr/>
          <p:nvPr/>
        </p:nvSpPr>
        <p:spPr>
          <a:xfrm rot="12960000">
            <a:off x="12141776" y="6897686"/>
            <a:ext cx="81206" cy="63529"/>
          </a:xfrm>
          <a:custGeom>
            <a:avLst/>
            <a:gdLst>
              <a:gd name="connsiteX0" fmla="*/ 0 w 35148"/>
              <a:gd name="connsiteY0" fmla="*/ 0 h 28246"/>
              <a:gd name="connsiteX1" fmla="*/ 8104 w 35148"/>
              <a:gd name="connsiteY1" fmla="*/ 6156 h 28246"/>
              <a:gd name="connsiteX2" fmla="*/ 33324 w 35148"/>
              <a:gd name="connsiteY2" fmla="*/ 28245 h 28246"/>
              <a:gd name="connsiteX3" fmla="*/ 35116 w 35148"/>
              <a:gd name="connsiteY3" fmla="*/ 26676 h 28246"/>
              <a:gd name="connsiteX4" fmla="*/ 35148 w 35148"/>
              <a:gd name="connsiteY4" fmla="*/ 26700 h 28246"/>
              <a:gd name="connsiteX5" fmla="*/ 33324 w 35148"/>
              <a:gd name="connsiteY5" fmla="*/ 28246 h 28246"/>
              <a:gd name="connsiteX6" fmla="*/ 0 w 35148"/>
              <a:gd name="connsiteY6" fmla="*/ 0 h 2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48" h="28246">
                <a:moveTo>
                  <a:pt x="0" y="0"/>
                </a:moveTo>
                <a:lnTo>
                  <a:pt x="8104" y="6156"/>
                </a:lnTo>
                <a:lnTo>
                  <a:pt x="33324" y="28245"/>
                </a:lnTo>
                <a:lnTo>
                  <a:pt x="35116" y="26676"/>
                </a:lnTo>
                <a:lnTo>
                  <a:pt x="35148" y="26700"/>
                </a:lnTo>
                <a:lnTo>
                  <a:pt x="33324" y="28246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4EC6F6A0-CAE9-8269-85FA-B59EE9171363}"/>
              </a:ext>
            </a:extLst>
          </p:cNvPr>
          <p:cNvSpPr/>
          <p:nvPr/>
        </p:nvSpPr>
        <p:spPr>
          <a:xfrm rot="12960000">
            <a:off x="12074574" y="6844687"/>
            <a:ext cx="70901" cy="59836"/>
          </a:xfrm>
          <a:custGeom>
            <a:avLst/>
            <a:gdLst>
              <a:gd name="connsiteX0" fmla="*/ 30688 w 30688"/>
              <a:gd name="connsiteY0" fmla="*/ 0 h 26604"/>
              <a:gd name="connsiteX1" fmla="*/ 3379 w 30688"/>
              <a:gd name="connsiteY1" fmla="*/ 26604 h 26604"/>
              <a:gd name="connsiteX2" fmla="*/ 0 w 30688"/>
              <a:gd name="connsiteY2" fmla="*/ 23312 h 26604"/>
              <a:gd name="connsiteX3" fmla="*/ 30688 w 30688"/>
              <a:gd name="connsiteY3" fmla="*/ 0 h 2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88" h="26604">
                <a:moveTo>
                  <a:pt x="30688" y="0"/>
                </a:moveTo>
                <a:lnTo>
                  <a:pt x="3379" y="26604"/>
                </a:lnTo>
                <a:lnTo>
                  <a:pt x="0" y="23312"/>
                </a:lnTo>
                <a:lnTo>
                  <a:pt x="30688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95B8E082-B3CA-B46E-4F21-7099CE5B8C08}"/>
              </a:ext>
            </a:extLst>
          </p:cNvPr>
          <p:cNvSpPr/>
          <p:nvPr/>
        </p:nvSpPr>
        <p:spPr>
          <a:xfrm rot="12960000">
            <a:off x="12151419" y="6874431"/>
            <a:ext cx="14720" cy="11801"/>
          </a:xfrm>
          <a:custGeom>
            <a:avLst/>
            <a:gdLst>
              <a:gd name="connsiteX0" fmla="*/ 4367 w 6371"/>
              <a:gd name="connsiteY0" fmla="*/ 0 h 5247"/>
              <a:gd name="connsiteX1" fmla="*/ 6371 w 6371"/>
              <a:gd name="connsiteY1" fmla="*/ 1953 h 5247"/>
              <a:gd name="connsiteX2" fmla="*/ 2035 w 6371"/>
              <a:gd name="connsiteY2" fmla="*/ 5247 h 5247"/>
              <a:gd name="connsiteX3" fmla="*/ 0 w 6371"/>
              <a:gd name="connsiteY3" fmla="*/ 3701 h 5247"/>
              <a:gd name="connsiteX4" fmla="*/ 4367 w 6371"/>
              <a:gd name="connsiteY4" fmla="*/ 0 h 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71" h="5247">
                <a:moveTo>
                  <a:pt x="4367" y="0"/>
                </a:moveTo>
                <a:lnTo>
                  <a:pt x="6371" y="1953"/>
                </a:lnTo>
                <a:lnTo>
                  <a:pt x="2035" y="5247"/>
                </a:lnTo>
                <a:lnTo>
                  <a:pt x="0" y="3701"/>
                </a:lnTo>
                <a:lnTo>
                  <a:pt x="4367" y="0"/>
                </a:lnTo>
                <a:close/>
              </a:path>
            </a:pathLst>
          </a:cu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3600" dirty="0"/>
          </a:p>
        </p:txBody>
      </p:sp>
      <p:sp>
        <p:nvSpPr>
          <p:cNvPr id="169" name="Google Shape;683;p54">
            <a:extLst>
              <a:ext uri="{FF2B5EF4-FFF2-40B4-BE49-F238E27FC236}">
                <a16:creationId xmlns:a16="http://schemas.microsoft.com/office/drawing/2014/main" id="{2CB4AA04-415A-D3F2-127E-A2A658F08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49575" y="398790"/>
            <a:ext cx="20613600" cy="852800"/>
          </a:xfrm>
          <a:prstGeom prst="rect">
            <a:avLst/>
          </a:prstGeom>
        </p:spPr>
        <p:txBody>
          <a:bodyPr spcFirstLastPara="1" vert="horz" wrap="square" lIns="243800" tIns="243800" rIns="243800" bIns="243800" rtlCol="0" anchor="ctr" anchorCtr="0">
            <a:noAutofit/>
          </a:bodyPr>
          <a:lstStyle/>
          <a:p>
            <a:pPr algn="ctr"/>
            <a:r>
              <a:rPr lang="en" u="sng" dirty="0">
                <a:solidFill>
                  <a:schemeClr val="bg1"/>
                </a:solidFill>
              </a:rPr>
              <a:t>PIPELINE INTEGRITY RESULTS</a:t>
            </a:r>
            <a:endParaRPr u="sng" dirty="0">
              <a:solidFill>
                <a:schemeClr val="bg1"/>
              </a:solidFill>
            </a:endParaRPr>
          </a:p>
        </p:txBody>
      </p:sp>
      <p:sp>
        <p:nvSpPr>
          <p:cNvPr id="170" name="Google Shape;684;p54">
            <a:extLst>
              <a:ext uri="{FF2B5EF4-FFF2-40B4-BE49-F238E27FC236}">
                <a16:creationId xmlns:a16="http://schemas.microsoft.com/office/drawing/2014/main" id="{232FDA0A-8D5B-7830-7388-11D4FDFE7B28}"/>
              </a:ext>
            </a:extLst>
          </p:cNvPr>
          <p:cNvSpPr txBox="1"/>
          <p:nvPr/>
        </p:nvSpPr>
        <p:spPr>
          <a:xfrm>
            <a:off x="2356972" y="2891413"/>
            <a:ext cx="6142581" cy="105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800" rIns="0" bIns="0" anchor="ctr" anchorCtr="0">
            <a:noAutofit/>
          </a:bodyPr>
          <a:lstStyle/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UNIVERSITY </a:t>
            </a:r>
          </a:p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OVERVIEW</a:t>
            </a:r>
            <a:endParaRPr sz="4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1" name="Google Shape;685;p54">
            <a:extLst>
              <a:ext uri="{FF2B5EF4-FFF2-40B4-BE49-F238E27FC236}">
                <a16:creationId xmlns:a16="http://schemas.microsoft.com/office/drawing/2014/main" id="{652ABF77-0072-8C1B-9B1F-C6FBDACC085F}"/>
              </a:ext>
            </a:extLst>
          </p:cNvPr>
          <p:cNvSpPr txBox="1"/>
          <p:nvPr/>
        </p:nvSpPr>
        <p:spPr>
          <a:xfrm>
            <a:off x="20187095" y="2824139"/>
            <a:ext cx="7424800" cy="9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3800" rIns="0" bIns="0" anchor="ctr" anchorCtr="0">
            <a:noAutofit/>
          </a:bodyPr>
          <a:lstStyle/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SIX KPIs</a:t>
            </a:r>
            <a:endParaRPr sz="4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2" name="Google Shape;686;p54">
            <a:extLst>
              <a:ext uri="{FF2B5EF4-FFF2-40B4-BE49-F238E27FC236}">
                <a16:creationId xmlns:a16="http://schemas.microsoft.com/office/drawing/2014/main" id="{DD4982A1-34B3-2C55-662F-5ED644F3AA61}"/>
              </a:ext>
            </a:extLst>
          </p:cNvPr>
          <p:cNvSpPr txBox="1"/>
          <p:nvPr/>
        </p:nvSpPr>
        <p:spPr>
          <a:xfrm>
            <a:off x="2356972" y="9376056"/>
            <a:ext cx="5167738" cy="127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COUNTRY ROWS SYNCED</a:t>
            </a:r>
            <a:endParaRPr sz="4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3" name="Google Shape;687;p54">
            <a:extLst>
              <a:ext uri="{FF2B5EF4-FFF2-40B4-BE49-F238E27FC236}">
                <a16:creationId xmlns:a16="http://schemas.microsoft.com/office/drawing/2014/main" id="{33AAC514-1B07-2CBF-494B-66FA7FA9B8F4}"/>
              </a:ext>
            </a:extLst>
          </p:cNvPr>
          <p:cNvSpPr txBox="1"/>
          <p:nvPr/>
        </p:nvSpPr>
        <p:spPr>
          <a:xfrm>
            <a:off x="20072329" y="9273919"/>
            <a:ext cx="5581692" cy="1176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FABRICATED </a:t>
            </a:r>
          </a:p>
          <a:p>
            <a:r>
              <a:rPr lang="en" sz="40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VALUES USED</a:t>
            </a:r>
            <a:endParaRPr sz="40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174" name="Google Shape;688;p54">
            <a:extLst>
              <a:ext uri="{FF2B5EF4-FFF2-40B4-BE49-F238E27FC236}">
                <a16:creationId xmlns:a16="http://schemas.microsoft.com/office/drawing/2014/main" id="{C9E5EBB6-78E8-9DF3-E356-997F0053A983}"/>
              </a:ext>
            </a:extLst>
          </p:cNvPr>
          <p:cNvGrpSpPr/>
          <p:nvPr/>
        </p:nvGrpSpPr>
        <p:grpSpPr>
          <a:xfrm>
            <a:off x="18433670" y="9303673"/>
            <a:ext cx="1421600" cy="1421600"/>
            <a:chOff x="4652163" y="3132350"/>
            <a:chExt cx="533100" cy="533100"/>
          </a:xfrm>
        </p:grpSpPr>
        <p:sp>
          <p:nvSpPr>
            <p:cNvPr id="175" name="Google Shape;689;p54">
              <a:extLst>
                <a:ext uri="{FF2B5EF4-FFF2-40B4-BE49-F238E27FC236}">
                  <a16:creationId xmlns:a16="http://schemas.microsoft.com/office/drawing/2014/main" id="{98A1EA54-BD26-1C2D-F2F7-5EC110D95275}"/>
                </a:ext>
              </a:extLst>
            </p:cNvPr>
            <p:cNvSpPr/>
            <p:nvPr/>
          </p:nvSpPr>
          <p:spPr>
            <a:xfrm>
              <a:off x="4652163" y="3132350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grpSp>
          <p:nvGrpSpPr>
            <p:cNvPr id="176" name="Google Shape;690;p54">
              <a:extLst>
                <a:ext uri="{FF2B5EF4-FFF2-40B4-BE49-F238E27FC236}">
                  <a16:creationId xmlns:a16="http://schemas.microsoft.com/office/drawing/2014/main" id="{16AD1309-7A08-53DF-25B7-544F1CCE7421}"/>
                </a:ext>
              </a:extLst>
            </p:cNvPr>
            <p:cNvGrpSpPr/>
            <p:nvPr/>
          </p:nvGrpSpPr>
          <p:grpSpPr>
            <a:xfrm>
              <a:off x="4747583" y="3243434"/>
              <a:ext cx="342251" cy="310927"/>
              <a:chOff x="-62518204" y="2692473"/>
              <a:chExt cx="318225" cy="289100"/>
            </a:xfrm>
          </p:grpSpPr>
          <p:sp>
            <p:nvSpPr>
              <p:cNvPr id="177" name="Google Shape;691;p54">
                <a:extLst>
                  <a:ext uri="{FF2B5EF4-FFF2-40B4-BE49-F238E27FC236}">
                    <a16:creationId xmlns:a16="http://schemas.microsoft.com/office/drawing/2014/main" id="{5A7EBE28-BD2B-A8B5-A62D-F182A938AF5F}"/>
                  </a:ext>
                </a:extLst>
              </p:cNvPr>
              <p:cNvSpPr/>
              <p:nvPr/>
            </p:nvSpPr>
            <p:spPr>
              <a:xfrm>
                <a:off x="-62518204" y="2692473"/>
                <a:ext cx="318225" cy="289100"/>
              </a:xfrm>
              <a:custGeom>
                <a:avLst/>
                <a:gdLst/>
                <a:ahLst/>
                <a:cxnLst/>
                <a:rect l="l" t="t" r="r" b="b"/>
                <a:pathLst>
                  <a:path w="12729" h="11564" extrusionOk="0">
                    <a:moveTo>
                      <a:pt x="3750" y="851"/>
                    </a:moveTo>
                    <a:cubicBezTo>
                      <a:pt x="5420" y="851"/>
                      <a:pt x="6617" y="1513"/>
                      <a:pt x="6617" y="2112"/>
                    </a:cubicBezTo>
                    <a:cubicBezTo>
                      <a:pt x="6617" y="2679"/>
                      <a:pt x="5420" y="3309"/>
                      <a:pt x="3750" y="3309"/>
                    </a:cubicBezTo>
                    <a:cubicBezTo>
                      <a:pt x="2206" y="3309"/>
                      <a:pt x="851" y="2679"/>
                      <a:pt x="851" y="2112"/>
                    </a:cubicBezTo>
                    <a:cubicBezTo>
                      <a:pt x="851" y="1481"/>
                      <a:pt x="2112" y="851"/>
                      <a:pt x="3750" y="851"/>
                    </a:cubicBezTo>
                    <a:close/>
                    <a:moveTo>
                      <a:pt x="6617" y="3403"/>
                    </a:moveTo>
                    <a:lnTo>
                      <a:pt x="6617" y="3781"/>
                    </a:lnTo>
                    <a:cubicBezTo>
                      <a:pt x="5829" y="4222"/>
                      <a:pt x="5199" y="4884"/>
                      <a:pt x="4821" y="5672"/>
                    </a:cubicBezTo>
                    <a:cubicBezTo>
                      <a:pt x="4475" y="5766"/>
                      <a:pt x="4096" y="5766"/>
                      <a:pt x="3750" y="5766"/>
                    </a:cubicBezTo>
                    <a:cubicBezTo>
                      <a:pt x="2206" y="5766"/>
                      <a:pt x="851" y="5136"/>
                      <a:pt x="851" y="4506"/>
                    </a:cubicBezTo>
                    <a:lnTo>
                      <a:pt x="851" y="3403"/>
                    </a:lnTo>
                    <a:cubicBezTo>
                      <a:pt x="1639" y="3939"/>
                      <a:pt x="2742" y="4159"/>
                      <a:pt x="3750" y="4159"/>
                    </a:cubicBezTo>
                    <a:cubicBezTo>
                      <a:pt x="4727" y="4159"/>
                      <a:pt x="5829" y="3939"/>
                      <a:pt x="6617" y="3403"/>
                    </a:cubicBezTo>
                    <a:close/>
                    <a:moveTo>
                      <a:pt x="883" y="5913"/>
                    </a:moveTo>
                    <a:cubicBezTo>
                      <a:pt x="1396" y="6254"/>
                      <a:pt x="2361" y="6617"/>
                      <a:pt x="3750" y="6617"/>
                    </a:cubicBezTo>
                    <a:cubicBezTo>
                      <a:pt x="4033" y="6617"/>
                      <a:pt x="4254" y="6617"/>
                      <a:pt x="4538" y="6585"/>
                    </a:cubicBezTo>
                    <a:lnTo>
                      <a:pt x="4538" y="6585"/>
                    </a:lnTo>
                    <a:cubicBezTo>
                      <a:pt x="4475" y="6869"/>
                      <a:pt x="4475" y="7184"/>
                      <a:pt x="4475" y="7467"/>
                    </a:cubicBezTo>
                    <a:cubicBezTo>
                      <a:pt x="4475" y="7719"/>
                      <a:pt x="4506" y="7971"/>
                      <a:pt x="4538" y="8255"/>
                    </a:cubicBezTo>
                    <a:cubicBezTo>
                      <a:pt x="4317" y="8287"/>
                      <a:pt x="4033" y="8287"/>
                      <a:pt x="3781" y="8287"/>
                    </a:cubicBezTo>
                    <a:cubicBezTo>
                      <a:pt x="2269" y="8287"/>
                      <a:pt x="883" y="7656"/>
                      <a:pt x="883" y="7026"/>
                    </a:cubicBezTo>
                    <a:lnTo>
                      <a:pt x="883" y="5913"/>
                    </a:lnTo>
                    <a:close/>
                    <a:moveTo>
                      <a:pt x="851" y="8350"/>
                    </a:moveTo>
                    <a:cubicBezTo>
                      <a:pt x="1639" y="8917"/>
                      <a:pt x="2773" y="9106"/>
                      <a:pt x="3750" y="9106"/>
                    </a:cubicBezTo>
                    <a:cubicBezTo>
                      <a:pt x="4096" y="9106"/>
                      <a:pt x="4412" y="9074"/>
                      <a:pt x="4727" y="9043"/>
                    </a:cubicBezTo>
                    <a:cubicBezTo>
                      <a:pt x="4979" y="9547"/>
                      <a:pt x="5294" y="10019"/>
                      <a:pt x="5672" y="10397"/>
                    </a:cubicBezTo>
                    <a:cubicBezTo>
                      <a:pt x="5136" y="10649"/>
                      <a:pt x="4475" y="10775"/>
                      <a:pt x="3750" y="10775"/>
                    </a:cubicBezTo>
                    <a:cubicBezTo>
                      <a:pt x="2112" y="10775"/>
                      <a:pt x="851" y="10082"/>
                      <a:pt x="851" y="9547"/>
                    </a:cubicBezTo>
                    <a:lnTo>
                      <a:pt x="851" y="8350"/>
                    </a:lnTo>
                    <a:close/>
                    <a:moveTo>
                      <a:pt x="8570" y="4159"/>
                    </a:moveTo>
                    <a:cubicBezTo>
                      <a:pt x="10366" y="4159"/>
                      <a:pt x="11878" y="5640"/>
                      <a:pt x="11878" y="7467"/>
                    </a:cubicBezTo>
                    <a:cubicBezTo>
                      <a:pt x="11878" y="9263"/>
                      <a:pt x="10366" y="10775"/>
                      <a:pt x="8570" y="10775"/>
                    </a:cubicBezTo>
                    <a:cubicBezTo>
                      <a:pt x="6743" y="10775"/>
                      <a:pt x="5262" y="9263"/>
                      <a:pt x="5262" y="7467"/>
                    </a:cubicBezTo>
                    <a:cubicBezTo>
                      <a:pt x="5262" y="5609"/>
                      <a:pt x="6743" y="4159"/>
                      <a:pt x="8570" y="4159"/>
                    </a:cubicBezTo>
                    <a:close/>
                    <a:moveTo>
                      <a:pt x="3781" y="1"/>
                    </a:moveTo>
                    <a:cubicBezTo>
                      <a:pt x="1797" y="1"/>
                      <a:pt x="64" y="851"/>
                      <a:pt x="64" y="2112"/>
                    </a:cubicBezTo>
                    <a:lnTo>
                      <a:pt x="64" y="9547"/>
                    </a:lnTo>
                    <a:cubicBezTo>
                      <a:pt x="1" y="10082"/>
                      <a:pt x="442" y="10649"/>
                      <a:pt x="1230" y="11027"/>
                    </a:cubicBezTo>
                    <a:cubicBezTo>
                      <a:pt x="1891" y="11405"/>
                      <a:pt x="2805" y="11563"/>
                      <a:pt x="3750" y="11563"/>
                    </a:cubicBezTo>
                    <a:cubicBezTo>
                      <a:pt x="4790" y="11563"/>
                      <a:pt x="5735" y="11311"/>
                      <a:pt x="6428" y="10964"/>
                    </a:cubicBezTo>
                    <a:cubicBezTo>
                      <a:pt x="7058" y="11342"/>
                      <a:pt x="7814" y="11563"/>
                      <a:pt x="8602" y="11563"/>
                    </a:cubicBezTo>
                    <a:cubicBezTo>
                      <a:pt x="10870" y="11563"/>
                      <a:pt x="12729" y="9704"/>
                      <a:pt x="12729" y="7404"/>
                    </a:cubicBezTo>
                    <a:cubicBezTo>
                      <a:pt x="12729" y="5136"/>
                      <a:pt x="10870" y="3277"/>
                      <a:pt x="8602" y="3277"/>
                    </a:cubicBezTo>
                    <a:cubicBezTo>
                      <a:pt x="8192" y="3277"/>
                      <a:pt x="7846" y="3309"/>
                      <a:pt x="7499" y="3435"/>
                    </a:cubicBezTo>
                    <a:lnTo>
                      <a:pt x="7499" y="2049"/>
                    </a:lnTo>
                    <a:cubicBezTo>
                      <a:pt x="7499" y="1481"/>
                      <a:pt x="7058" y="914"/>
                      <a:pt x="6302" y="536"/>
                    </a:cubicBezTo>
                    <a:cubicBezTo>
                      <a:pt x="5640" y="158"/>
                      <a:pt x="4727" y="1"/>
                      <a:pt x="37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 dirty="0"/>
              </a:p>
            </p:txBody>
          </p:sp>
          <p:sp>
            <p:nvSpPr>
              <p:cNvPr id="178" name="Google Shape;692;p54">
                <a:extLst>
                  <a:ext uri="{FF2B5EF4-FFF2-40B4-BE49-F238E27FC236}">
                    <a16:creationId xmlns:a16="http://schemas.microsoft.com/office/drawing/2014/main" id="{FF78B978-913C-2189-30D3-D403C6CA1AB2}"/>
                  </a:ext>
                </a:extLst>
              </p:cNvPr>
              <p:cNvSpPr/>
              <p:nvPr/>
            </p:nvSpPr>
            <p:spPr>
              <a:xfrm>
                <a:off x="-62335475" y="2804325"/>
                <a:ext cx="62250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861" extrusionOk="0">
                    <a:moveTo>
                      <a:pt x="1261" y="0"/>
                    </a:moveTo>
                    <a:cubicBezTo>
                      <a:pt x="1009" y="0"/>
                      <a:pt x="820" y="189"/>
                      <a:pt x="820" y="410"/>
                    </a:cubicBezTo>
                    <a:lnTo>
                      <a:pt x="820" y="694"/>
                    </a:lnTo>
                    <a:cubicBezTo>
                      <a:pt x="348" y="851"/>
                      <a:pt x="1" y="1324"/>
                      <a:pt x="1" y="1891"/>
                    </a:cubicBezTo>
                    <a:cubicBezTo>
                      <a:pt x="1" y="2552"/>
                      <a:pt x="537" y="2930"/>
                      <a:pt x="978" y="3245"/>
                    </a:cubicBezTo>
                    <a:cubicBezTo>
                      <a:pt x="1293" y="3497"/>
                      <a:pt x="1639" y="3718"/>
                      <a:pt x="1639" y="3970"/>
                    </a:cubicBezTo>
                    <a:cubicBezTo>
                      <a:pt x="1671" y="4254"/>
                      <a:pt x="1482" y="4411"/>
                      <a:pt x="1261" y="4411"/>
                    </a:cubicBezTo>
                    <a:cubicBezTo>
                      <a:pt x="1009" y="4411"/>
                      <a:pt x="820" y="4191"/>
                      <a:pt x="820" y="3970"/>
                    </a:cubicBezTo>
                    <a:cubicBezTo>
                      <a:pt x="820" y="3718"/>
                      <a:pt x="631" y="3529"/>
                      <a:pt x="411" y="3529"/>
                    </a:cubicBezTo>
                    <a:cubicBezTo>
                      <a:pt x="190" y="3529"/>
                      <a:pt x="1" y="3718"/>
                      <a:pt x="1" y="3970"/>
                    </a:cubicBezTo>
                    <a:cubicBezTo>
                      <a:pt x="1" y="4506"/>
                      <a:pt x="348" y="4947"/>
                      <a:pt x="820" y="5136"/>
                    </a:cubicBezTo>
                    <a:lnTo>
                      <a:pt x="820" y="5419"/>
                    </a:lnTo>
                    <a:cubicBezTo>
                      <a:pt x="820" y="5671"/>
                      <a:pt x="1009" y="5860"/>
                      <a:pt x="1261" y="5860"/>
                    </a:cubicBezTo>
                    <a:cubicBezTo>
                      <a:pt x="1482" y="5860"/>
                      <a:pt x="1639" y="5671"/>
                      <a:pt x="1639" y="5419"/>
                    </a:cubicBezTo>
                    <a:lnTo>
                      <a:pt x="1639" y="5136"/>
                    </a:lnTo>
                    <a:cubicBezTo>
                      <a:pt x="2112" y="4978"/>
                      <a:pt x="2458" y="4506"/>
                      <a:pt x="2458" y="3970"/>
                    </a:cubicBezTo>
                    <a:cubicBezTo>
                      <a:pt x="2458" y="3308"/>
                      <a:pt x="1923" y="2899"/>
                      <a:pt x="1482" y="2584"/>
                    </a:cubicBezTo>
                    <a:cubicBezTo>
                      <a:pt x="1167" y="2363"/>
                      <a:pt x="820" y="2111"/>
                      <a:pt x="820" y="1891"/>
                    </a:cubicBezTo>
                    <a:cubicBezTo>
                      <a:pt x="820" y="1639"/>
                      <a:pt x="1009" y="1450"/>
                      <a:pt x="1261" y="1450"/>
                    </a:cubicBezTo>
                    <a:cubicBezTo>
                      <a:pt x="1482" y="1450"/>
                      <a:pt x="1639" y="1639"/>
                      <a:pt x="1639" y="1891"/>
                    </a:cubicBezTo>
                    <a:cubicBezTo>
                      <a:pt x="1639" y="2111"/>
                      <a:pt x="1860" y="2300"/>
                      <a:pt x="2049" y="2300"/>
                    </a:cubicBezTo>
                    <a:cubicBezTo>
                      <a:pt x="2269" y="2300"/>
                      <a:pt x="2490" y="2111"/>
                      <a:pt x="2490" y="1891"/>
                    </a:cubicBezTo>
                    <a:cubicBezTo>
                      <a:pt x="2490" y="1324"/>
                      <a:pt x="2112" y="883"/>
                      <a:pt x="1639" y="694"/>
                    </a:cubicBezTo>
                    <a:lnTo>
                      <a:pt x="1639" y="410"/>
                    </a:lnTo>
                    <a:cubicBezTo>
                      <a:pt x="1639" y="189"/>
                      <a:pt x="1450" y="0"/>
                      <a:pt x="1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</p:grpSp>
      </p:grpSp>
      <p:grpSp>
        <p:nvGrpSpPr>
          <p:cNvPr id="179" name="Google Shape;693;p54">
            <a:extLst>
              <a:ext uri="{FF2B5EF4-FFF2-40B4-BE49-F238E27FC236}">
                <a16:creationId xmlns:a16="http://schemas.microsoft.com/office/drawing/2014/main" id="{A7A48676-226C-1F3F-B877-B21A9876E549}"/>
              </a:ext>
            </a:extLst>
          </p:cNvPr>
          <p:cNvGrpSpPr/>
          <p:nvPr/>
        </p:nvGrpSpPr>
        <p:grpSpPr>
          <a:xfrm>
            <a:off x="426720" y="3165245"/>
            <a:ext cx="1538379" cy="1421600"/>
            <a:chOff x="754038" y="1624263"/>
            <a:chExt cx="533100" cy="533100"/>
          </a:xfrm>
        </p:grpSpPr>
        <p:sp>
          <p:nvSpPr>
            <p:cNvPr id="180" name="Google Shape;694;p54">
              <a:extLst>
                <a:ext uri="{FF2B5EF4-FFF2-40B4-BE49-F238E27FC236}">
                  <a16:creationId xmlns:a16="http://schemas.microsoft.com/office/drawing/2014/main" id="{417055DA-536A-2145-796E-12C7888C05A3}"/>
                </a:ext>
              </a:extLst>
            </p:cNvPr>
            <p:cNvSpPr/>
            <p:nvPr/>
          </p:nvSpPr>
          <p:spPr>
            <a:xfrm>
              <a:off x="754038" y="1624263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grpSp>
          <p:nvGrpSpPr>
            <p:cNvPr id="181" name="Google Shape;695;p54">
              <a:extLst>
                <a:ext uri="{FF2B5EF4-FFF2-40B4-BE49-F238E27FC236}">
                  <a16:creationId xmlns:a16="http://schemas.microsoft.com/office/drawing/2014/main" id="{1126D0AB-13B9-D881-8160-28FDEB9D60CE}"/>
                </a:ext>
              </a:extLst>
            </p:cNvPr>
            <p:cNvGrpSpPr/>
            <p:nvPr/>
          </p:nvGrpSpPr>
          <p:grpSpPr>
            <a:xfrm>
              <a:off x="835631" y="1706536"/>
              <a:ext cx="369913" cy="368554"/>
              <a:chOff x="-63666550" y="2278975"/>
              <a:chExt cx="319800" cy="318625"/>
            </a:xfrm>
          </p:grpSpPr>
          <p:sp>
            <p:nvSpPr>
              <p:cNvPr id="182" name="Google Shape;696;p54">
                <a:extLst>
                  <a:ext uri="{FF2B5EF4-FFF2-40B4-BE49-F238E27FC236}">
                    <a16:creationId xmlns:a16="http://schemas.microsoft.com/office/drawing/2014/main" id="{C39A225B-A16E-B71D-C76F-EC2809D19F5A}"/>
                  </a:ext>
                </a:extLst>
              </p:cNvPr>
              <p:cNvSpPr/>
              <p:nvPr/>
            </p:nvSpPr>
            <p:spPr>
              <a:xfrm>
                <a:off x="-63481450" y="2309700"/>
                <a:ext cx="62225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5861" extrusionOk="0">
                    <a:moveTo>
                      <a:pt x="1229" y="0"/>
                    </a:moveTo>
                    <a:cubicBezTo>
                      <a:pt x="977" y="0"/>
                      <a:pt x="819" y="189"/>
                      <a:pt x="819" y="441"/>
                    </a:cubicBezTo>
                    <a:lnTo>
                      <a:pt x="819" y="694"/>
                    </a:lnTo>
                    <a:cubicBezTo>
                      <a:pt x="347" y="883"/>
                      <a:pt x="0" y="1324"/>
                      <a:pt x="0" y="1891"/>
                    </a:cubicBezTo>
                    <a:cubicBezTo>
                      <a:pt x="0" y="2552"/>
                      <a:pt x="536" y="2962"/>
                      <a:pt x="977" y="3277"/>
                    </a:cubicBezTo>
                    <a:cubicBezTo>
                      <a:pt x="1292" y="3497"/>
                      <a:pt x="1638" y="3749"/>
                      <a:pt x="1638" y="3970"/>
                    </a:cubicBezTo>
                    <a:cubicBezTo>
                      <a:pt x="1607" y="4254"/>
                      <a:pt x="1418" y="4411"/>
                      <a:pt x="1197" y="4411"/>
                    </a:cubicBezTo>
                    <a:cubicBezTo>
                      <a:pt x="977" y="4411"/>
                      <a:pt x="819" y="4222"/>
                      <a:pt x="819" y="3970"/>
                    </a:cubicBezTo>
                    <a:cubicBezTo>
                      <a:pt x="819" y="3749"/>
                      <a:pt x="630" y="3560"/>
                      <a:pt x="410" y="3560"/>
                    </a:cubicBezTo>
                    <a:cubicBezTo>
                      <a:pt x="189" y="3560"/>
                      <a:pt x="0" y="3749"/>
                      <a:pt x="0" y="3970"/>
                    </a:cubicBezTo>
                    <a:cubicBezTo>
                      <a:pt x="0" y="4537"/>
                      <a:pt x="347" y="4978"/>
                      <a:pt x="819" y="5167"/>
                    </a:cubicBezTo>
                    <a:lnTo>
                      <a:pt x="819" y="5419"/>
                    </a:lnTo>
                    <a:cubicBezTo>
                      <a:pt x="819" y="5671"/>
                      <a:pt x="1008" y="5860"/>
                      <a:pt x="1197" y="5860"/>
                    </a:cubicBezTo>
                    <a:cubicBezTo>
                      <a:pt x="1449" y="5860"/>
                      <a:pt x="1638" y="5671"/>
                      <a:pt x="1638" y="5419"/>
                    </a:cubicBezTo>
                    <a:lnTo>
                      <a:pt x="1638" y="5167"/>
                    </a:lnTo>
                    <a:cubicBezTo>
                      <a:pt x="2111" y="5010"/>
                      <a:pt x="2489" y="4537"/>
                      <a:pt x="2489" y="3970"/>
                    </a:cubicBezTo>
                    <a:cubicBezTo>
                      <a:pt x="2489" y="3308"/>
                      <a:pt x="1922" y="2930"/>
                      <a:pt x="1481" y="2615"/>
                    </a:cubicBezTo>
                    <a:cubicBezTo>
                      <a:pt x="1166" y="2363"/>
                      <a:pt x="819" y="2143"/>
                      <a:pt x="819" y="1891"/>
                    </a:cubicBezTo>
                    <a:cubicBezTo>
                      <a:pt x="819" y="1670"/>
                      <a:pt x="1008" y="1450"/>
                      <a:pt x="1229" y="1450"/>
                    </a:cubicBezTo>
                    <a:cubicBezTo>
                      <a:pt x="1449" y="1450"/>
                      <a:pt x="1638" y="1670"/>
                      <a:pt x="1638" y="1891"/>
                    </a:cubicBezTo>
                    <a:cubicBezTo>
                      <a:pt x="1638" y="2111"/>
                      <a:pt x="1859" y="2332"/>
                      <a:pt x="2048" y="2332"/>
                    </a:cubicBezTo>
                    <a:cubicBezTo>
                      <a:pt x="2269" y="2332"/>
                      <a:pt x="2489" y="2111"/>
                      <a:pt x="2489" y="1891"/>
                    </a:cubicBezTo>
                    <a:cubicBezTo>
                      <a:pt x="2489" y="1324"/>
                      <a:pt x="2111" y="914"/>
                      <a:pt x="1638" y="694"/>
                    </a:cubicBezTo>
                    <a:lnTo>
                      <a:pt x="1638" y="441"/>
                    </a:lnTo>
                    <a:cubicBezTo>
                      <a:pt x="1638" y="189"/>
                      <a:pt x="1449" y="0"/>
                      <a:pt x="12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  <p:sp>
            <p:nvSpPr>
              <p:cNvPr id="183" name="Google Shape;697;p54">
                <a:extLst>
                  <a:ext uri="{FF2B5EF4-FFF2-40B4-BE49-F238E27FC236}">
                    <a16:creationId xmlns:a16="http://schemas.microsoft.com/office/drawing/2014/main" id="{672DFE81-2F0F-EBFF-C361-BD6679207BD3}"/>
                  </a:ext>
                </a:extLst>
              </p:cNvPr>
              <p:cNvSpPr/>
              <p:nvPr/>
            </p:nvSpPr>
            <p:spPr>
              <a:xfrm>
                <a:off x="-63666550" y="2278975"/>
                <a:ext cx="319800" cy="318625"/>
              </a:xfrm>
              <a:custGeom>
                <a:avLst/>
                <a:gdLst/>
                <a:ahLst/>
                <a:cxnLst/>
                <a:rect l="l" t="t" r="r" b="b"/>
                <a:pathLst>
                  <a:path w="12792" h="12745" extrusionOk="0">
                    <a:moveTo>
                      <a:pt x="8601" y="914"/>
                    </a:moveTo>
                    <a:cubicBezTo>
                      <a:pt x="10429" y="914"/>
                      <a:pt x="11909" y="2427"/>
                      <a:pt x="11909" y="4222"/>
                    </a:cubicBezTo>
                    <a:cubicBezTo>
                      <a:pt x="11909" y="6050"/>
                      <a:pt x="10429" y="7530"/>
                      <a:pt x="8601" y="7530"/>
                    </a:cubicBezTo>
                    <a:cubicBezTo>
                      <a:pt x="7971" y="7530"/>
                      <a:pt x="7404" y="7373"/>
                      <a:pt x="6869" y="7026"/>
                    </a:cubicBezTo>
                    <a:lnTo>
                      <a:pt x="7089" y="6270"/>
                    </a:lnTo>
                    <a:cubicBezTo>
                      <a:pt x="7144" y="5997"/>
                      <a:pt x="6938" y="5748"/>
                      <a:pt x="6677" y="5748"/>
                    </a:cubicBezTo>
                    <a:cubicBezTo>
                      <a:pt x="6637" y="5748"/>
                      <a:pt x="6596" y="5754"/>
                      <a:pt x="6554" y="5766"/>
                    </a:cubicBezTo>
                    <a:lnTo>
                      <a:pt x="5829" y="5955"/>
                    </a:lnTo>
                    <a:cubicBezTo>
                      <a:pt x="5514" y="5451"/>
                      <a:pt x="5293" y="4852"/>
                      <a:pt x="5293" y="4222"/>
                    </a:cubicBezTo>
                    <a:cubicBezTo>
                      <a:pt x="5293" y="2364"/>
                      <a:pt x="6774" y="914"/>
                      <a:pt x="8601" y="914"/>
                    </a:cubicBezTo>
                    <a:close/>
                    <a:moveTo>
                      <a:pt x="6050" y="6711"/>
                    </a:moveTo>
                    <a:lnTo>
                      <a:pt x="5041" y="10303"/>
                    </a:lnTo>
                    <a:lnTo>
                      <a:pt x="4789" y="9421"/>
                    </a:lnTo>
                    <a:cubicBezTo>
                      <a:pt x="4749" y="9221"/>
                      <a:pt x="4571" y="9098"/>
                      <a:pt x="4389" y="9098"/>
                    </a:cubicBezTo>
                    <a:cubicBezTo>
                      <a:pt x="4284" y="9098"/>
                      <a:pt x="4177" y="9139"/>
                      <a:pt x="4096" y="9232"/>
                    </a:cubicBezTo>
                    <a:lnTo>
                      <a:pt x="1418" y="11910"/>
                    </a:lnTo>
                    <a:lnTo>
                      <a:pt x="820" y="11311"/>
                    </a:lnTo>
                    <a:lnTo>
                      <a:pt x="3529" y="8665"/>
                    </a:lnTo>
                    <a:cubicBezTo>
                      <a:pt x="3781" y="8444"/>
                      <a:pt x="3655" y="8034"/>
                      <a:pt x="3340" y="7971"/>
                    </a:cubicBezTo>
                    <a:lnTo>
                      <a:pt x="2458" y="7719"/>
                    </a:lnTo>
                    <a:lnTo>
                      <a:pt x="6050" y="6711"/>
                    </a:lnTo>
                    <a:close/>
                    <a:moveTo>
                      <a:pt x="8664" y="1"/>
                    </a:moveTo>
                    <a:cubicBezTo>
                      <a:pt x="6365" y="1"/>
                      <a:pt x="4506" y="1860"/>
                      <a:pt x="4506" y="4159"/>
                    </a:cubicBezTo>
                    <a:cubicBezTo>
                      <a:pt x="4506" y="4852"/>
                      <a:pt x="4663" y="5514"/>
                      <a:pt x="5041" y="6113"/>
                    </a:cubicBezTo>
                    <a:lnTo>
                      <a:pt x="820" y="7341"/>
                    </a:lnTo>
                    <a:cubicBezTo>
                      <a:pt x="631" y="7373"/>
                      <a:pt x="505" y="7562"/>
                      <a:pt x="505" y="7719"/>
                    </a:cubicBezTo>
                    <a:cubicBezTo>
                      <a:pt x="505" y="7940"/>
                      <a:pt x="631" y="8097"/>
                      <a:pt x="820" y="8129"/>
                    </a:cubicBezTo>
                    <a:lnTo>
                      <a:pt x="2458" y="8570"/>
                    </a:lnTo>
                    <a:lnTo>
                      <a:pt x="316" y="10712"/>
                    </a:lnTo>
                    <a:cubicBezTo>
                      <a:pt x="1" y="11027"/>
                      <a:pt x="1" y="11563"/>
                      <a:pt x="316" y="11910"/>
                    </a:cubicBezTo>
                    <a:lnTo>
                      <a:pt x="883" y="12508"/>
                    </a:lnTo>
                    <a:cubicBezTo>
                      <a:pt x="1040" y="12666"/>
                      <a:pt x="1253" y="12744"/>
                      <a:pt x="1469" y="12744"/>
                    </a:cubicBezTo>
                    <a:cubicBezTo>
                      <a:pt x="1686" y="12744"/>
                      <a:pt x="1907" y="12666"/>
                      <a:pt x="2080" y="12508"/>
                    </a:cubicBezTo>
                    <a:lnTo>
                      <a:pt x="4254" y="10334"/>
                    </a:lnTo>
                    <a:lnTo>
                      <a:pt x="4663" y="11973"/>
                    </a:lnTo>
                    <a:cubicBezTo>
                      <a:pt x="4727" y="12181"/>
                      <a:pt x="4906" y="12292"/>
                      <a:pt x="5078" y="12292"/>
                    </a:cubicBezTo>
                    <a:cubicBezTo>
                      <a:pt x="5244" y="12292"/>
                      <a:pt x="5405" y="12189"/>
                      <a:pt x="5451" y="11973"/>
                    </a:cubicBezTo>
                    <a:lnTo>
                      <a:pt x="6680" y="7782"/>
                    </a:lnTo>
                    <a:cubicBezTo>
                      <a:pt x="7278" y="8097"/>
                      <a:pt x="7940" y="8286"/>
                      <a:pt x="8664" y="8286"/>
                    </a:cubicBezTo>
                    <a:cubicBezTo>
                      <a:pt x="10933" y="8286"/>
                      <a:pt x="12792" y="6428"/>
                      <a:pt x="12792" y="4159"/>
                    </a:cubicBezTo>
                    <a:cubicBezTo>
                      <a:pt x="12792" y="1860"/>
                      <a:pt x="10933" y="1"/>
                      <a:pt x="86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endParaRPr sz="4800"/>
              </a:p>
            </p:txBody>
          </p:sp>
        </p:grpSp>
      </p:grpSp>
      <p:grpSp>
        <p:nvGrpSpPr>
          <p:cNvPr id="184" name="Google Shape;698;p54">
            <a:extLst>
              <a:ext uri="{FF2B5EF4-FFF2-40B4-BE49-F238E27FC236}">
                <a16:creationId xmlns:a16="http://schemas.microsoft.com/office/drawing/2014/main" id="{28D92505-CDF1-18CD-B2DF-469C6C32E9DD}"/>
              </a:ext>
            </a:extLst>
          </p:cNvPr>
          <p:cNvGrpSpPr/>
          <p:nvPr/>
        </p:nvGrpSpPr>
        <p:grpSpPr>
          <a:xfrm>
            <a:off x="827975" y="9504674"/>
            <a:ext cx="1421600" cy="1421600"/>
            <a:chOff x="754038" y="3132350"/>
            <a:chExt cx="533100" cy="533100"/>
          </a:xfrm>
        </p:grpSpPr>
        <p:sp>
          <p:nvSpPr>
            <p:cNvPr id="185" name="Google Shape;699;p54">
              <a:extLst>
                <a:ext uri="{FF2B5EF4-FFF2-40B4-BE49-F238E27FC236}">
                  <a16:creationId xmlns:a16="http://schemas.microsoft.com/office/drawing/2014/main" id="{6C1F6D20-695A-07F5-C047-3F05982C7F36}"/>
                </a:ext>
              </a:extLst>
            </p:cNvPr>
            <p:cNvSpPr/>
            <p:nvPr/>
          </p:nvSpPr>
          <p:spPr>
            <a:xfrm>
              <a:off x="754038" y="3132350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sp>
          <p:nvSpPr>
            <p:cNvPr id="186" name="Google Shape;700;p54">
              <a:extLst>
                <a:ext uri="{FF2B5EF4-FFF2-40B4-BE49-F238E27FC236}">
                  <a16:creationId xmlns:a16="http://schemas.microsoft.com/office/drawing/2014/main" id="{53F2BB09-E246-54A6-4ACD-1B17B217E712}"/>
                </a:ext>
              </a:extLst>
            </p:cNvPr>
            <p:cNvSpPr/>
            <p:nvPr/>
          </p:nvSpPr>
          <p:spPr>
            <a:xfrm>
              <a:off x="844001" y="3224644"/>
              <a:ext cx="353174" cy="348513"/>
            </a:xfrm>
            <a:custGeom>
              <a:avLst/>
              <a:gdLst/>
              <a:ahLst/>
              <a:cxnLst/>
              <a:rect l="l" t="t" r="r" b="b"/>
              <a:pathLst>
                <a:path w="11973" h="11815" extrusionOk="0">
                  <a:moveTo>
                    <a:pt x="5986" y="631"/>
                  </a:moveTo>
                  <a:cubicBezTo>
                    <a:pt x="6396" y="631"/>
                    <a:pt x="6711" y="946"/>
                    <a:pt x="6711" y="1324"/>
                  </a:cubicBezTo>
                  <a:cubicBezTo>
                    <a:pt x="6711" y="1733"/>
                    <a:pt x="6396" y="2048"/>
                    <a:pt x="5986" y="2048"/>
                  </a:cubicBezTo>
                  <a:cubicBezTo>
                    <a:pt x="5608" y="2048"/>
                    <a:pt x="5293" y="1733"/>
                    <a:pt x="5293" y="1324"/>
                  </a:cubicBezTo>
                  <a:cubicBezTo>
                    <a:pt x="5293" y="946"/>
                    <a:pt x="5608" y="631"/>
                    <a:pt x="5986" y="631"/>
                  </a:cubicBezTo>
                  <a:close/>
                  <a:moveTo>
                    <a:pt x="5986" y="2710"/>
                  </a:moveTo>
                  <a:cubicBezTo>
                    <a:pt x="6931" y="2710"/>
                    <a:pt x="7719" y="3498"/>
                    <a:pt x="7719" y="4443"/>
                  </a:cubicBezTo>
                  <a:lnTo>
                    <a:pt x="7719" y="4789"/>
                  </a:lnTo>
                  <a:lnTo>
                    <a:pt x="4253" y="4789"/>
                  </a:lnTo>
                  <a:lnTo>
                    <a:pt x="4253" y="4443"/>
                  </a:lnTo>
                  <a:cubicBezTo>
                    <a:pt x="4253" y="3498"/>
                    <a:pt x="5041" y="2710"/>
                    <a:pt x="5986" y="2710"/>
                  </a:cubicBezTo>
                  <a:close/>
                  <a:moveTo>
                    <a:pt x="3245" y="6900"/>
                  </a:moveTo>
                  <a:cubicBezTo>
                    <a:pt x="3623" y="6900"/>
                    <a:pt x="3938" y="7215"/>
                    <a:pt x="3938" y="7593"/>
                  </a:cubicBezTo>
                  <a:cubicBezTo>
                    <a:pt x="3938" y="8003"/>
                    <a:pt x="3623" y="8318"/>
                    <a:pt x="3245" y="8318"/>
                  </a:cubicBezTo>
                  <a:cubicBezTo>
                    <a:pt x="2836" y="8255"/>
                    <a:pt x="2521" y="7940"/>
                    <a:pt x="2521" y="7593"/>
                  </a:cubicBezTo>
                  <a:cubicBezTo>
                    <a:pt x="2521" y="7215"/>
                    <a:pt x="2836" y="6900"/>
                    <a:pt x="3245" y="6900"/>
                  </a:cubicBezTo>
                  <a:close/>
                  <a:moveTo>
                    <a:pt x="8759" y="6900"/>
                  </a:moveTo>
                  <a:cubicBezTo>
                    <a:pt x="9137" y="6900"/>
                    <a:pt x="9452" y="7215"/>
                    <a:pt x="9452" y="7593"/>
                  </a:cubicBezTo>
                  <a:cubicBezTo>
                    <a:pt x="9452" y="8003"/>
                    <a:pt x="9137" y="8318"/>
                    <a:pt x="8759" y="8318"/>
                  </a:cubicBezTo>
                  <a:cubicBezTo>
                    <a:pt x="8349" y="8318"/>
                    <a:pt x="8034" y="7940"/>
                    <a:pt x="8034" y="7593"/>
                  </a:cubicBezTo>
                  <a:cubicBezTo>
                    <a:pt x="8034" y="7215"/>
                    <a:pt x="8349" y="6900"/>
                    <a:pt x="8759" y="6900"/>
                  </a:cubicBezTo>
                  <a:close/>
                  <a:moveTo>
                    <a:pt x="10365" y="5545"/>
                  </a:moveTo>
                  <a:cubicBezTo>
                    <a:pt x="10523" y="5545"/>
                    <a:pt x="10680" y="5672"/>
                    <a:pt x="10712" y="5829"/>
                  </a:cubicBezTo>
                  <a:lnTo>
                    <a:pt x="11216" y="8570"/>
                  </a:lnTo>
                  <a:cubicBezTo>
                    <a:pt x="11247" y="8790"/>
                    <a:pt x="11027" y="8980"/>
                    <a:pt x="10838" y="8980"/>
                  </a:cubicBezTo>
                  <a:lnTo>
                    <a:pt x="10460" y="8980"/>
                  </a:lnTo>
                  <a:cubicBezTo>
                    <a:pt x="10239" y="8790"/>
                    <a:pt x="10019" y="8633"/>
                    <a:pt x="9767" y="8507"/>
                  </a:cubicBezTo>
                  <a:cubicBezTo>
                    <a:pt x="10019" y="8255"/>
                    <a:pt x="10145" y="7940"/>
                    <a:pt x="10145" y="7562"/>
                  </a:cubicBezTo>
                  <a:cubicBezTo>
                    <a:pt x="10145" y="6806"/>
                    <a:pt x="9515" y="6176"/>
                    <a:pt x="8759" y="6176"/>
                  </a:cubicBezTo>
                  <a:cubicBezTo>
                    <a:pt x="8002" y="6176"/>
                    <a:pt x="7372" y="6806"/>
                    <a:pt x="7372" y="7562"/>
                  </a:cubicBezTo>
                  <a:cubicBezTo>
                    <a:pt x="7372" y="7908"/>
                    <a:pt x="7498" y="8223"/>
                    <a:pt x="7719" y="8507"/>
                  </a:cubicBezTo>
                  <a:cubicBezTo>
                    <a:pt x="7498" y="8633"/>
                    <a:pt x="7246" y="8790"/>
                    <a:pt x="7057" y="8980"/>
                  </a:cubicBezTo>
                  <a:lnTo>
                    <a:pt x="4883" y="8980"/>
                  </a:lnTo>
                  <a:cubicBezTo>
                    <a:pt x="4694" y="8790"/>
                    <a:pt x="4442" y="8633"/>
                    <a:pt x="4222" y="8507"/>
                  </a:cubicBezTo>
                  <a:cubicBezTo>
                    <a:pt x="4474" y="8255"/>
                    <a:pt x="4568" y="7940"/>
                    <a:pt x="4568" y="7562"/>
                  </a:cubicBezTo>
                  <a:cubicBezTo>
                    <a:pt x="4568" y="6806"/>
                    <a:pt x="3938" y="6176"/>
                    <a:pt x="3214" y="6176"/>
                  </a:cubicBezTo>
                  <a:cubicBezTo>
                    <a:pt x="2458" y="6176"/>
                    <a:pt x="1828" y="6806"/>
                    <a:pt x="1828" y="7562"/>
                  </a:cubicBezTo>
                  <a:cubicBezTo>
                    <a:pt x="1828" y="7908"/>
                    <a:pt x="1954" y="8223"/>
                    <a:pt x="2174" y="8507"/>
                  </a:cubicBezTo>
                  <a:cubicBezTo>
                    <a:pt x="1922" y="8633"/>
                    <a:pt x="1701" y="8790"/>
                    <a:pt x="1512" y="8980"/>
                  </a:cubicBezTo>
                  <a:lnTo>
                    <a:pt x="1103" y="8980"/>
                  </a:lnTo>
                  <a:cubicBezTo>
                    <a:pt x="882" y="8980"/>
                    <a:pt x="725" y="8790"/>
                    <a:pt x="756" y="8570"/>
                  </a:cubicBezTo>
                  <a:lnTo>
                    <a:pt x="1260" y="5829"/>
                  </a:lnTo>
                  <a:cubicBezTo>
                    <a:pt x="1323" y="5672"/>
                    <a:pt x="1418" y="5545"/>
                    <a:pt x="1638" y="5545"/>
                  </a:cubicBezTo>
                  <a:close/>
                  <a:moveTo>
                    <a:pt x="3214" y="8948"/>
                  </a:moveTo>
                  <a:cubicBezTo>
                    <a:pt x="4127" y="8948"/>
                    <a:pt x="4915" y="9736"/>
                    <a:pt x="4915" y="10712"/>
                  </a:cubicBezTo>
                  <a:lnTo>
                    <a:pt x="4915" y="11059"/>
                  </a:lnTo>
                  <a:lnTo>
                    <a:pt x="1481" y="11059"/>
                  </a:lnTo>
                  <a:lnTo>
                    <a:pt x="1481" y="10712"/>
                  </a:lnTo>
                  <a:cubicBezTo>
                    <a:pt x="1481" y="9736"/>
                    <a:pt x="2269" y="8948"/>
                    <a:pt x="3214" y="8948"/>
                  </a:cubicBezTo>
                  <a:close/>
                  <a:moveTo>
                    <a:pt x="8759" y="8948"/>
                  </a:moveTo>
                  <a:cubicBezTo>
                    <a:pt x="9704" y="8948"/>
                    <a:pt x="10491" y="9736"/>
                    <a:pt x="10491" y="10712"/>
                  </a:cubicBezTo>
                  <a:lnTo>
                    <a:pt x="10491" y="11059"/>
                  </a:lnTo>
                  <a:lnTo>
                    <a:pt x="7026" y="11059"/>
                  </a:lnTo>
                  <a:lnTo>
                    <a:pt x="7026" y="10712"/>
                  </a:lnTo>
                  <a:cubicBezTo>
                    <a:pt x="7026" y="9736"/>
                    <a:pt x="7813" y="8948"/>
                    <a:pt x="8759" y="8948"/>
                  </a:cubicBezTo>
                  <a:close/>
                  <a:moveTo>
                    <a:pt x="5986" y="1"/>
                  </a:moveTo>
                  <a:cubicBezTo>
                    <a:pt x="5262" y="1"/>
                    <a:pt x="4631" y="631"/>
                    <a:pt x="4631" y="1387"/>
                  </a:cubicBezTo>
                  <a:cubicBezTo>
                    <a:pt x="4631" y="1733"/>
                    <a:pt x="4726" y="2048"/>
                    <a:pt x="4978" y="2269"/>
                  </a:cubicBezTo>
                  <a:cubicBezTo>
                    <a:pt x="4127" y="2679"/>
                    <a:pt x="3592" y="3498"/>
                    <a:pt x="3592" y="4474"/>
                  </a:cubicBezTo>
                  <a:lnTo>
                    <a:pt x="3592" y="4852"/>
                  </a:lnTo>
                  <a:lnTo>
                    <a:pt x="1670" y="4852"/>
                  </a:lnTo>
                  <a:cubicBezTo>
                    <a:pt x="1166" y="4852"/>
                    <a:pt x="725" y="5199"/>
                    <a:pt x="630" y="5703"/>
                  </a:cubicBezTo>
                  <a:lnTo>
                    <a:pt x="126" y="8475"/>
                  </a:lnTo>
                  <a:cubicBezTo>
                    <a:pt x="0" y="9043"/>
                    <a:pt x="473" y="9610"/>
                    <a:pt x="1071" y="9673"/>
                  </a:cubicBezTo>
                  <a:cubicBezTo>
                    <a:pt x="914" y="9988"/>
                    <a:pt x="819" y="10366"/>
                    <a:pt x="819" y="10744"/>
                  </a:cubicBezTo>
                  <a:lnTo>
                    <a:pt x="819" y="11468"/>
                  </a:lnTo>
                  <a:cubicBezTo>
                    <a:pt x="819" y="11657"/>
                    <a:pt x="977" y="11815"/>
                    <a:pt x="1197" y="11815"/>
                  </a:cubicBezTo>
                  <a:lnTo>
                    <a:pt x="5356" y="11815"/>
                  </a:lnTo>
                  <a:cubicBezTo>
                    <a:pt x="5545" y="11815"/>
                    <a:pt x="5703" y="11657"/>
                    <a:pt x="5703" y="11468"/>
                  </a:cubicBezTo>
                  <a:lnTo>
                    <a:pt x="5703" y="10744"/>
                  </a:lnTo>
                  <a:cubicBezTo>
                    <a:pt x="5703" y="10366"/>
                    <a:pt x="5640" y="9988"/>
                    <a:pt x="5482" y="9673"/>
                  </a:cubicBezTo>
                  <a:lnTo>
                    <a:pt x="6648" y="9673"/>
                  </a:lnTo>
                  <a:cubicBezTo>
                    <a:pt x="6490" y="9988"/>
                    <a:pt x="6427" y="10366"/>
                    <a:pt x="6427" y="10744"/>
                  </a:cubicBezTo>
                  <a:lnTo>
                    <a:pt x="6427" y="11468"/>
                  </a:lnTo>
                  <a:cubicBezTo>
                    <a:pt x="6427" y="11657"/>
                    <a:pt x="6585" y="11815"/>
                    <a:pt x="6774" y="11815"/>
                  </a:cubicBezTo>
                  <a:lnTo>
                    <a:pt x="10838" y="11815"/>
                  </a:lnTo>
                  <a:cubicBezTo>
                    <a:pt x="11027" y="11815"/>
                    <a:pt x="11184" y="11657"/>
                    <a:pt x="11184" y="11468"/>
                  </a:cubicBezTo>
                  <a:lnTo>
                    <a:pt x="11184" y="10744"/>
                  </a:lnTo>
                  <a:cubicBezTo>
                    <a:pt x="11184" y="10366"/>
                    <a:pt x="11121" y="9988"/>
                    <a:pt x="10964" y="9673"/>
                  </a:cubicBezTo>
                  <a:cubicBezTo>
                    <a:pt x="11563" y="9610"/>
                    <a:pt x="11972" y="9043"/>
                    <a:pt x="11878" y="8475"/>
                  </a:cubicBezTo>
                  <a:lnTo>
                    <a:pt x="11342" y="5703"/>
                  </a:lnTo>
                  <a:cubicBezTo>
                    <a:pt x="11279" y="5199"/>
                    <a:pt x="10838" y="4852"/>
                    <a:pt x="10334" y="4852"/>
                  </a:cubicBezTo>
                  <a:lnTo>
                    <a:pt x="8412" y="4852"/>
                  </a:lnTo>
                  <a:lnTo>
                    <a:pt x="8412" y="4474"/>
                  </a:lnTo>
                  <a:cubicBezTo>
                    <a:pt x="8412" y="3498"/>
                    <a:pt x="7845" y="2679"/>
                    <a:pt x="7026" y="2269"/>
                  </a:cubicBezTo>
                  <a:cubicBezTo>
                    <a:pt x="7246" y="2048"/>
                    <a:pt x="7372" y="1733"/>
                    <a:pt x="7372" y="1387"/>
                  </a:cubicBezTo>
                  <a:cubicBezTo>
                    <a:pt x="7372" y="631"/>
                    <a:pt x="6742" y="1"/>
                    <a:pt x="59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</p:grpSp>
      <p:grpSp>
        <p:nvGrpSpPr>
          <p:cNvPr id="187" name="Google Shape;701;p54">
            <a:extLst>
              <a:ext uri="{FF2B5EF4-FFF2-40B4-BE49-F238E27FC236}">
                <a16:creationId xmlns:a16="http://schemas.microsoft.com/office/drawing/2014/main" id="{C7BD1194-E114-7588-AF0B-762094B39555}"/>
              </a:ext>
            </a:extLst>
          </p:cNvPr>
          <p:cNvGrpSpPr/>
          <p:nvPr/>
        </p:nvGrpSpPr>
        <p:grpSpPr>
          <a:xfrm>
            <a:off x="18379010" y="2981212"/>
            <a:ext cx="1382163" cy="1421599"/>
            <a:chOff x="4652163" y="1624263"/>
            <a:chExt cx="533100" cy="533100"/>
          </a:xfrm>
        </p:grpSpPr>
        <p:sp>
          <p:nvSpPr>
            <p:cNvPr id="188" name="Google Shape;702;p54">
              <a:extLst>
                <a:ext uri="{FF2B5EF4-FFF2-40B4-BE49-F238E27FC236}">
                  <a16:creationId xmlns:a16="http://schemas.microsoft.com/office/drawing/2014/main" id="{6FA7A4D5-280C-3DF3-2FED-AB0E13272A44}"/>
                </a:ext>
              </a:extLst>
            </p:cNvPr>
            <p:cNvSpPr/>
            <p:nvPr/>
          </p:nvSpPr>
          <p:spPr>
            <a:xfrm>
              <a:off x="4652163" y="1624263"/>
              <a:ext cx="533100" cy="5331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/>
            </a:p>
          </p:txBody>
        </p:sp>
        <p:sp>
          <p:nvSpPr>
            <p:cNvPr id="189" name="Google Shape;703;p54">
              <a:extLst>
                <a:ext uri="{FF2B5EF4-FFF2-40B4-BE49-F238E27FC236}">
                  <a16:creationId xmlns:a16="http://schemas.microsoft.com/office/drawing/2014/main" id="{91F98B08-384B-4DC6-471F-317A660B10E5}"/>
                </a:ext>
              </a:extLst>
            </p:cNvPr>
            <p:cNvSpPr/>
            <p:nvPr/>
          </p:nvSpPr>
          <p:spPr>
            <a:xfrm>
              <a:off x="4745724" y="1730225"/>
              <a:ext cx="345977" cy="321175"/>
            </a:xfrm>
            <a:custGeom>
              <a:avLst/>
              <a:gdLst/>
              <a:ahLst/>
              <a:cxnLst/>
              <a:rect l="l" t="t" r="r" b="b"/>
              <a:pathLst>
                <a:path w="19655" h="18246" extrusionOk="0">
                  <a:moveTo>
                    <a:pt x="9829" y="1835"/>
                  </a:moveTo>
                  <a:lnTo>
                    <a:pt x="12133" y="6452"/>
                  </a:lnTo>
                  <a:cubicBezTo>
                    <a:pt x="12218" y="6618"/>
                    <a:pt x="12375" y="6733"/>
                    <a:pt x="12559" y="6760"/>
                  </a:cubicBezTo>
                  <a:lnTo>
                    <a:pt x="17698" y="7500"/>
                  </a:lnTo>
                  <a:lnTo>
                    <a:pt x="13984" y="11078"/>
                  </a:lnTo>
                  <a:cubicBezTo>
                    <a:pt x="13848" y="11211"/>
                    <a:pt x="13788" y="11398"/>
                    <a:pt x="13821" y="11582"/>
                  </a:cubicBezTo>
                  <a:lnTo>
                    <a:pt x="14700" y="16646"/>
                  </a:lnTo>
                  <a:lnTo>
                    <a:pt x="10092" y="14251"/>
                  </a:lnTo>
                  <a:cubicBezTo>
                    <a:pt x="10009" y="14209"/>
                    <a:pt x="9919" y="14188"/>
                    <a:pt x="9830" y="14188"/>
                  </a:cubicBezTo>
                  <a:cubicBezTo>
                    <a:pt x="9740" y="14188"/>
                    <a:pt x="9651" y="14209"/>
                    <a:pt x="9570" y="14251"/>
                  </a:cubicBezTo>
                  <a:lnTo>
                    <a:pt x="4962" y="16646"/>
                  </a:lnTo>
                  <a:lnTo>
                    <a:pt x="5838" y="11582"/>
                  </a:lnTo>
                  <a:cubicBezTo>
                    <a:pt x="5871" y="11398"/>
                    <a:pt x="5810" y="11208"/>
                    <a:pt x="5674" y="11078"/>
                  </a:cubicBezTo>
                  <a:lnTo>
                    <a:pt x="1961" y="7500"/>
                  </a:lnTo>
                  <a:lnTo>
                    <a:pt x="7100" y="6760"/>
                  </a:lnTo>
                  <a:cubicBezTo>
                    <a:pt x="7284" y="6733"/>
                    <a:pt x="7441" y="6618"/>
                    <a:pt x="7525" y="6452"/>
                  </a:cubicBezTo>
                  <a:lnTo>
                    <a:pt x="9829" y="1835"/>
                  </a:lnTo>
                  <a:close/>
                  <a:moveTo>
                    <a:pt x="9828" y="1"/>
                  </a:moveTo>
                  <a:cubicBezTo>
                    <a:pt x="9627" y="1"/>
                    <a:pt x="9426" y="105"/>
                    <a:pt x="9322" y="313"/>
                  </a:cubicBezTo>
                  <a:lnTo>
                    <a:pt x="6641" y="5682"/>
                  </a:lnTo>
                  <a:lnTo>
                    <a:pt x="653" y="6543"/>
                  </a:lnTo>
                  <a:cubicBezTo>
                    <a:pt x="188" y="6609"/>
                    <a:pt x="1" y="7183"/>
                    <a:pt x="339" y="7509"/>
                  </a:cubicBezTo>
                  <a:lnTo>
                    <a:pt x="4672" y="11685"/>
                  </a:lnTo>
                  <a:lnTo>
                    <a:pt x="3648" y="17579"/>
                  </a:lnTo>
                  <a:cubicBezTo>
                    <a:pt x="3584" y="17947"/>
                    <a:pt x="3875" y="18245"/>
                    <a:pt x="4207" y="18245"/>
                  </a:cubicBezTo>
                  <a:cubicBezTo>
                    <a:pt x="4293" y="18245"/>
                    <a:pt x="4383" y="18225"/>
                    <a:pt x="4470" y="18180"/>
                  </a:cubicBezTo>
                  <a:lnTo>
                    <a:pt x="9829" y="15393"/>
                  </a:lnTo>
                  <a:lnTo>
                    <a:pt x="15189" y="18180"/>
                  </a:lnTo>
                  <a:cubicBezTo>
                    <a:pt x="15275" y="18225"/>
                    <a:pt x="15365" y="18245"/>
                    <a:pt x="15452" y="18245"/>
                  </a:cubicBezTo>
                  <a:cubicBezTo>
                    <a:pt x="15782" y="18245"/>
                    <a:pt x="16072" y="17948"/>
                    <a:pt x="16007" y="17582"/>
                  </a:cubicBezTo>
                  <a:lnTo>
                    <a:pt x="14986" y="11685"/>
                  </a:lnTo>
                  <a:lnTo>
                    <a:pt x="19316" y="7512"/>
                  </a:lnTo>
                  <a:cubicBezTo>
                    <a:pt x="19655" y="7183"/>
                    <a:pt x="19470" y="6609"/>
                    <a:pt x="19005" y="6543"/>
                  </a:cubicBezTo>
                  <a:lnTo>
                    <a:pt x="13015" y="5682"/>
                  </a:lnTo>
                  <a:lnTo>
                    <a:pt x="10333" y="313"/>
                  </a:lnTo>
                  <a:cubicBezTo>
                    <a:pt x="10229" y="105"/>
                    <a:pt x="10029" y="1"/>
                    <a:pt x="98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endParaRPr sz="4800">
                <a:solidFill>
                  <a:srgbClr val="435D74"/>
                </a:solidFill>
              </a:endParaRPr>
            </a:p>
          </p:txBody>
        </p:sp>
      </p:grpSp>
      <p:sp>
        <p:nvSpPr>
          <p:cNvPr id="190" name="Google Shape;704;p54">
            <a:extLst>
              <a:ext uri="{FF2B5EF4-FFF2-40B4-BE49-F238E27FC236}">
                <a16:creationId xmlns:a16="http://schemas.microsoft.com/office/drawing/2014/main" id="{295F91E8-E519-F1A1-871F-B2B544F22721}"/>
              </a:ext>
            </a:extLst>
          </p:cNvPr>
          <p:cNvSpPr txBox="1"/>
          <p:nvPr/>
        </p:nvSpPr>
        <p:spPr>
          <a:xfrm>
            <a:off x="2249575" y="4420957"/>
            <a:ext cx="7424800" cy="14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1,503</a:t>
            </a:r>
            <a:endParaRPr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1" name="Google Shape;705;p54">
            <a:extLst>
              <a:ext uri="{FF2B5EF4-FFF2-40B4-BE49-F238E27FC236}">
                <a16:creationId xmlns:a16="http://schemas.microsoft.com/office/drawing/2014/main" id="{A44650D6-BF75-B6D5-364C-BECF3ED9EFCF}"/>
              </a:ext>
            </a:extLst>
          </p:cNvPr>
          <p:cNvSpPr txBox="1"/>
          <p:nvPr/>
        </p:nvSpPr>
        <p:spPr>
          <a:xfrm>
            <a:off x="2249575" y="10768038"/>
            <a:ext cx="7424800" cy="14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33,450</a:t>
            </a:r>
            <a:endParaRPr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2" name="Google Shape;706;p54">
            <a:extLst>
              <a:ext uri="{FF2B5EF4-FFF2-40B4-BE49-F238E27FC236}">
                <a16:creationId xmlns:a16="http://schemas.microsoft.com/office/drawing/2014/main" id="{5E22232B-06FE-6B32-BF2E-36C748D2FF96}"/>
              </a:ext>
            </a:extLst>
          </p:cNvPr>
          <p:cNvSpPr txBox="1"/>
          <p:nvPr/>
        </p:nvSpPr>
        <p:spPr>
          <a:xfrm>
            <a:off x="20674775" y="10652891"/>
            <a:ext cx="7424800" cy="14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0</a:t>
            </a:r>
            <a:endParaRPr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3" name="Google Shape;707;p54">
            <a:extLst>
              <a:ext uri="{FF2B5EF4-FFF2-40B4-BE49-F238E27FC236}">
                <a16:creationId xmlns:a16="http://schemas.microsoft.com/office/drawing/2014/main" id="{AB553DF7-41ED-67A1-34C3-87814AB80289}"/>
              </a:ext>
            </a:extLst>
          </p:cNvPr>
          <p:cNvSpPr txBox="1"/>
          <p:nvPr/>
        </p:nvSpPr>
        <p:spPr>
          <a:xfrm>
            <a:off x="20187095" y="3739911"/>
            <a:ext cx="7424800" cy="14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r>
              <a:rPr lang="en" sz="5400" b="1" dirty="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918</a:t>
            </a:r>
            <a:endParaRPr sz="5400" b="1" dirty="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3584076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EEA17-51E1-6EFE-EDC4-4F116FD9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05F40E-D77A-D81E-3691-76767566D4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8E602-1060-28ED-8687-D73288B5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18</a:t>
            </a:fld>
            <a:endParaRPr lang="en-ID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B43FA7-BA93-FE40-288B-D98636EBA3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2820241" y="-1582101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2025, 1,503 universities, the single source of truth every other table keys off.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9E1FE09-880B-88EC-2BF5-B732933501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2795527" y="-2250681"/>
            <a:ext cx="3888000" cy="7056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MASTER (Hub)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E4206BF-0688-13CE-4F15-24700DF399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35900" y="14391578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THE 2024 plus WUR 2023 fallback, 918 universities with a verified research metric.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C358F9E-4F49-D5BC-28B9-0EA1BD6840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02957" y="4807105"/>
            <a:ext cx="7069890" cy="552356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UcPeriod"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romanUcPeriod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Publications Analysis, Citation Performance, Research Productivity Trends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Top Research Institutions, Research Impact Comparison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Avg. Research Score, Avg. Citations Score, Avg. Industry Income, Avg. Teaching Score, Avg. International Outlook, Avg. International Outlook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F9A3B53-1C1F-389E-478A-0CDD881BD4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11891553" y="6929622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Bank EdStats, 33,450 rows, country level indicators by year.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5FF1E6B-67C2-230C-E1C8-40905A5483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360614" y="13752799"/>
            <a:ext cx="3888000" cy="705600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RESEARCH ANALYTICS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A2120E10-F7AA-B0ED-2DB3-3ED5084FF1C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502957" y="3385333"/>
            <a:ext cx="3888000" cy="705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u="sng" dirty="0">
                <a:solidFill>
                  <a:srgbClr val="E8C4F2"/>
                </a:solidFill>
              </a:rPr>
              <a:t>Research Analytics:</a:t>
            </a:r>
            <a:endParaRPr lang="en-ID" u="sng" dirty="0">
              <a:solidFill>
                <a:srgbClr val="E8C4F2"/>
              </a:solidFill>
            </a:endParaRP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2CFD51AC-2026-9975-B898-0FA71558B82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11866839" y="6261042"/>
            <a:ext cx="3888000" cy="7056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COUNTRY COMPARISON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744E18B-9B68-ED7D-D822-0C24BF3BF5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50501" y="30699"/>
            <a:ext cx="8992800" cy="3787200"/>
          </a:xfrm>
        </p:spPr>
        <p:txBody>
          <a:bodyPr>
            <a:normAutofit/>
          </a:bodyPr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</a:t>
            </a:r>
            <a:r>
              <a:rPr lang="en-US" sz="12000" i="1" dirty="0">
                <a:solidFill>
                  <a:schemeClr val="bg1"/>
                </a:solidFill>
                <a:latin typeface="Playfair Display" pitchFamily="2" charset="0"/>
              </a:rPr>
              <a:t>Model</a:t>
            </a:r>
          </a:p>
          <a:p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28C984-6FB6-598C-6F48-CDA8862D63DB}"/>
              </a:ext>
            </a:extLst>
          </p:cNvPr>
          <p:cNvGrpSpPr/>
          <p:nvPr/>
        </p:nvGrpSpPr>
        <p:grpSpPr>
          <a:xfrm rot="17146791">
            <a:off x="-4173951" y="2314999"/>
            <a:ext cx="8810624" cy="8828721"/>
            <a:chOff x="1132889" y="5525002"/>
            <a:chExt cx="2665997" cy="266599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C38ED99-02B0-E706-F67B-9F4F32067582}"/>
                </a:ext>
              </a:extLst>
            </p:cNvPr>
            <p:cNvSpPr/>
            <p:nvPr/>
          </p:nvSpPr>
          <p:spPr>
            <a:xfrm>
              <a:off x="1132889" y="5525002"/>
              <a:ext cx="2665997" cy="2665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34C2541-B352-A3C8-09BB-72FD96847250}"/>
                </a:ext>
              </a:extLst>
            </p:cNvPr>
            <p:cNvGrpSpPr/>
            <p:nvPr/>
          </p:nvGrpSpPr>
          <p:grpSpPr>
            <a:xfrm>
              <a:off x="1360821" y="5752934"/>
              <a:ext cx="2210133" cy="2210132"/>
              <a:chOff x="15014074" y="623254"/>
              <a:chExt cx="5170698" cy="5170696"/>
            </a:xfrm>
          </p:grpSpPr>
          <p:sp>
            <p:nvSpPr>
              <p:cNvPr id="8" name="Freeform: Shape 3142">
                <a:extLst>
                  <a:ext uri="{FF2B5EF4-FFF2-40B4-BE49-F238E27FC236}">
                    <a16:creationId xmlns:a16="http://schemas.microsoft.com/office/drawing/2014/main" id="{875285DF-9A83-BBD2-8599-36596918E046}"/>
                  </a:ext>
                </a:extLst>
              </p:cNvPr>
              <p:cNvSpPr/>
              <p:nvPr/>
            </p:nvSpPr>
            <p:spPr>
              <a:xfrm>
                <a:off x="15014074" y="623254"/>
                <a:ext cx="5170698" cy="51706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8" h="998">
                    <a:moveTo>
                      <a:pt x="998" y="499"/>
                    </a:moveTo>
                    <a:cubicBezTo>
                      <a:pt x="998" y="774"/>
                      <a:pt x="775" y="998"/>
                      <a:pt x="499" y="998"/>
                    </a:cubicBezTo>
                    <a:cubicBezTo>
                      <a:pt x="223" y="998"/>
                      <a:pt x="0" y="774"/>
                      <a:pt x="0" y="499"/>
                    </a:cubicBezTo>
                    <a:cubicBezTo>
                      <a:pt x="0" y="223"/>
                      <a:pt x="223" y="0"/>
                      <a:pt x="499" y="0"/>
                    </a:cubicBezTo>
                    <a:cubicBezTo>
                      <a:pt x="775" y="0"/>
                      <a:pt x="998" y="223"/>
                      <a:pt x="998" y="49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FD8A56A-97D9-4299-3E26-C36A0A897AD4}"/>
                  </a:ext>
                </a:extLst>
              </p:cNvPr>
              <p:cNvGrpSpPr/>
              <p:nvPr/>
            </p:nvGrpSpPr>
            <p:grpSpPr>
              <a:xfrm>
                <a:off x="15366757" y="623254"/>
                <a:ext cx="4812846" cy="4760982"/>
                <a:chOff x="9920359" y="5041467"/>
                <a:chExt cx="4812846" cy="4760982"/>
              </a:xfrm>
              <a:solidFill>
                <a:schemeClr val="bg1"/>
              </a:solidFill>
            </p:grpSpPr>
            <p:sp>
              <p:nvSpPr>
                <p:cNvPr id="10" name="Freeform: Shape 3143">
                  <a:extLst>
                    <a:ext uri="{FF2B5EF4-FFF2-40B4-BE49-F238E27FC236}">
                      <a16:creationId xmlns:a16="http://schemas.microsoft.com/office/drawing/2014/main" id="{FFCF8E92-050F-4C21-A739-3A09AE3371FD}"/>
                    </a:ext>
                  </a:extLst>
                </p:cNvPr>
                <p:cNvSpPr/>
                <p:nvPr/>
              </p:nvSpPr>
              <p:spPr>
                <a:xfrm>
                  <a:off x="12964692" y="5399333"/>
                  <a:ext cx="1768513" cy="434089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2" h="838">
                      <a:moveTo>
                        <a:pt x="342" y="430"/>
                      </a:moveTo>
                      <a:cubicBezTo>
                        <a:pt x="342" y="247"/>
                        <a:pt x="244" y="87"/>
                        <a:pt x="98" y="0"/>
                      </a:cubicBezTo>
                      <a:cubicBezTo>
                        <a:pt x="97" y="0"/>
                        <a:pt x="97" y="0"/>
                        <a:pt x="96" y="0"/>
                      </a:cubicBezTo>
                      <a:cubicBezTo>
                        <a:pt x="88" y="0"/>
                        <a:pt x="83" y="3"/>
                        <a:pt x="81" y="10"/>
                      </a:cubicBezTo>
                      <a:cubicBezTo>
                        <a:pt x="80" y="18"/>
                        <a:pt x="81" y="28"/>
                        <a:pt x="85" y="45"/>
                      </a:cubicBezTo>
                      <a:cubicBezTo>
                        <a:pt x="88" y="61"/>
                        <a:pt x="102" y="56"/>
                        <a:pt x="110" y="58"/>
                      </a:cubicBezTo>
                      <a:cubicBezTo>
                        <a:pt x="118" y="60"/>
                        <a:pt x="123" y="74"/>
                        <a:pt x="123" y="74"/>
                      </a:cubicBezTo>
                      <a:cubicBezTo>
                        <a:pt x="123" y="74"/>
                        <a:pt x="145" y="79"/>
                        <a:pt x="143" y="85"/>
                      </a:cubicBezTo>
                      <a:cubicBezTo>
                        <a:pt x="140" y="91"/>
                        <a:pt x="141" y="95"/>
                        <a:pt x="147" y="104"/>
                      </a:cubicBezTo>
                      <a:cubicBezTo>
                        <a:pt x="153" y="113"/>
                        <a:pt x="145" y="124"/>
                        <a:pt x="137" y="135"/>
                      </a:cubicBezTo>
                      <a:cubicBezTo>
                        <a:pt x="129" y="146"/>
                        <a:pt x="123" y="147"/>
                        <a:pt x="113" y="146"/>
                      </a:cubicBezTo>
                      <a:cubicBezTo>
                        <a:pt x="102" y="146"/>
                        <a:pt x="81" y="153"/>
                        <a:pt x="76" y="156"/>
                      </a:cubicBezTo>
                      <a:cubicBezTo>
                        <a:pt x="71" y="158"/>
                        <a:pt x="70" y="157"/>
                        <a:pt x="84" y="184"/>
                      </a:cubicBezTo>
                      <a:cubicBezTo>
                        <a:pt x="98" y="211"/>
                        <a:pt x="113" y="210"/>
                        <a:pt x="137" y="208"/>
                      </a:cubicBezTo>
                      <a:cubicBezTo>
                        <a:pt x="160" y="205"/>
                        <a:pt x="150" y="188"/>
                        <a:pt x="152" y="178"/>
                      </a:cubicBezTo>
                      <a:cubicBezTo>
                        <a:pt x="154" y="168"/>
                        <a:pt x="158" y="167"/>
                        <a:pt x="164" y="170"/>
                      </a:cubicBezTo>
                      <a:cubicBezTo>
                        <a:pt x="171" y="174"/>
                        <a:pt x="187" y="185"/>
                        <a:pt x="191" y="179"/>
                      </a:cubicBezTo>
                      <a:cubicBezTo>
                        <a:pt x="196" y="174"/>
                        <a:pt x="198" y="181"/>
                        <a:pt x="200" y="198"/>
                      </a:cubicBezTo>
                      <a:cubicBezTo>
                        <a:pt x="202" y="214"/>
                        <a:pt x="215" y="203"/>
                        <a:pt x="222" y="196"/>
                      </a:cubicBezTo>
                      <a:cubicBezTo>
                        <a:pt x="228" y="190"/>
                        <a:pt x="232" y="205"/>
                        <a:pt x="234" y="214"/>
                      </a:cubicBezTo>
                      <a:cubicBezTo>
                        <a:pt x="237" y="223"/>
                        <a:pt x="243" y="218"/>
                        <a:pt x="246" y="213"/>
                      </a:cubicBezTo>
                      <a:cubicBezTo>
                        <a:pt x="249" y="208"/>
                        <a:pt x="253" y="208"/>
                        <a:pt x="253" y="208"/>
                      </a:cubicBezTo>
                      <a:cubicBezTo>
                        <a:pt x="253" y="208"/>
                        <a:pt x="258" y="221"/>
                        <a:pt x="262" y="228"/>
                      </a:cubicBezTo>
                      <a:cubicBezTo>
                        <a:pt x="267" y="234"/>
                        <a:pt x="280" y="230"/>
                        <a:pt x="295" y="241"/>
                      </a:cubicBezTo>
                      <a:cubicBezTo>
                        <a:pt x="311" y="251"/>
                        <a:pt x="307" y="270"/>
                        <a:pt x="307" y="270"/>
                      </a:cubicBezTo>
                      <a:cubicBezTo>
                        <a:pt x="295" y="265"/>
                        <a:pt x="289" y="268"/>
                        <a:pt x="274" y="268"/>
                      </a:cubicBezTo>
                      <a:cubicBezTo>
                        <a:pt x="259" y="268"/>
                        <a:pt x="250" y="259"/>
                        <a:pt x="236" y="246"/>
                      </a:cubicBezTo>
                      <a:cubicBezTo>
                        <a:pt x="222" y="233"/>
                        <a:pt x="208" y="229"/>
                        <a:pt x="208" y="229"/>
                      </a:cubicBezTo>
                      <a:cubicBezTo>
                        <a:pt x="208" y="229"/>
                        <a:pt x="190" y="231"/>
                        <a:pt x="169" y="225"/>
                      </a:cubicBezTo>
                      <a:cubicBezTo>
                        <a:pt x="148" y="218"/>
                        <a:pt x="135" y="222"/>
                        <a:pt x="114" y="225"/>
                      </a:cubicBezTo>
                      <a:cubicBezTo>
                        <a:pt x="93" y="228"/>
                        <a:pt x="78" y="237"/>
                        <a:pt x="73" y="248"/>
                      </a:cubicBezTo>
                      <a:cubicBezTo>
                        <a:pt x="67" y="258"/>
                        <a:pt x="53" y="263"/>
                        <a:pt x="35" y="273"/>
                      </a:cubicBezTo>
                      <a:cubicBezTo>
                        <a:pt x="17" y="281"/>
                        <a:pt x="15" y="301"/>
                        <a:pt x="15" y="301"/>
                      </a:cubicBezTo>
                      <a:cubicBezTo>
                        <a:pt x="15" y="301"/>
                        <a:pt x="14" y="343"/>
                        <a:pt x="7" y="362"/>
                      </a:cubicBezTo>
                      <a:cubicBezTo>
                        <a:pt x="0" y="381"/>
                        <a:pt x="-9" y="400"/>
                        <a:pt x="18" y="439"/>
                      </a:cubicBezTo>
                      <a:cubicBezTo>
                        <a:pt x="45" y="476"/>
                        <a:pt x="87" y="490"/>
                        <a:pt x="104" y="490"/>
                      </a:cubicBezTo>
                      <a:cubicBezTo>
                        <a:pt x="121" y="488"/>
                        <a:pt x="148" y="485"/>
                        <a:pt x="157" y="490"/>
                      </a:cubicBezTo>
                      <a:cubicBezTo>
                        <a:pt x="166" y="494"/>
                        <a:pt x="167" y="502"/>
                        <a:pt x="175" y="497"/>
                      </a:cubicBezTo>
                      <a:cubicBezTo>
                        <a:pt x="183" y="492"/>
                        <a:pt x="187" y="492"/>
                        <a:pt x="192" y="508"/>
                      </a:cubicBezTo>
                      <a:cubicBezTo>
                        <a:pt x="196" y="525"/>
                        <a:pt x="182" y="551"/>
                        <a:pt x="182" y="551"/>
                      </a:cubicBezTo>
                      <a:cubicBezTo>
                        <a:pt x="182" y="551"/>
                        <a:pt x="167" y="550"/>
                        <a:pt x="182" y="595"/>
                      </a:cubicBezTo>
                      <a:cubicBezTo>
                        <a:pt x="197" y="640"/>
                        <a:pt x="175" y="657"/>
                        <a:pt x="163" y="668"/>
                      </a:cubicBezTo>
                      <a:cubicBezTo>
                        <a:pt x="151" y="680"/>
                        <a:pt x="143" y="701"/>
                        <a:pt x="149" y="728"/>
                      </a:cubicBezTo>
                      <a:cubicBezTo>
                        <a:pt x="154" y="755"/>
                        <a:pt x="139" y="777"/>
                        <a:pt x="125" y="804"/>
                      </a:cubicBezTo>
                      <a:cubicBezTo>
                        <a:pt x="111" y="831"/>
                        <a:pt x="125" y="838"/>
                        <a:pt x="125" y="838"/>
                      </a:cubicBezTo>
                      <a:cubicBezTo>
                        <a:pt x="153" y="823"/>
                        <a:pt x="205" y="772"/>
                        <a:pt x="232" y="742"/>
                      </a:cubicBezTo>
                      <a:cubicBezTo>
                        <a:pt x="248" y="722"/>
                        <a:pt x="262" y="702"/>
                        <a:pt x="275" y="680"/>
                      </a:cubicBezTo>
                      <a:cubicBezTo>
                        <a:pt x="286" y="659"/>
                        <a:pt x="299" y="632"/>
                        <a:pt x="313" y="597"/>
                      </a:cubicBezTo>
                      <a:cubicBezTo>
                        <a:pt x="332" y="545"/>
                        <a:pt x="342" y="488"/>
                        <a:pt x="342" y="43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 dirty="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" name="Freeform: Shape 3144">
                  <a:extLst>
                    <a:ext uri="{FF2B5EF4-FFF2-40B4-BE49-F238E27FC236}">
                      <a16:creationId xmlns:a16="http://schemas.microsoft.com/office/drawing/2014/main" id="{DE9F2C8F-A22B-3FC9-E837-6171D3823CE9}"/>
                    </a:ext>
                  </a:extLst>
                </p:cNvPr>
                <p:cNvSpPr/>
                <p:nvPr/>
              </p:nvSpPr>
              <p:spPr>
                <a:xfrm>
                  <a:off x="9920359" y="5041467"/>
                  <a:ext cx="2209344" cy="47609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27" h="919">
                      <a:moveTo>
                        <a:pt x="45" y="310"/>
                      </a:moveTo>
                      <a:cubicBezTo>
                        <a:pt x="45" y="310"/>
                        <a:pt x="41" y="322"/>
                        <a:pt x="43" y="332"/>
                      </a:cubicBezTo>
                      <a:cubicBezTo>
                        <a:pt x="44" y="341"/>
                        <a:pt x="57" y="342"/>
                        <a:pt x="57" y="342"/>
                      </a:cubicBezTo>
                      <a:cubicBezTo>
                        <a:pt x="57" y="342"/>
                        <a:pt x="58" y="374"/>
                        <a:pt x="72" y="383"/>
                      </a:cubicBezTo>
                      <a:cubicBezTo>
                        <a:pt x="86" y="391"/>
                        <a:pt x="89" y="401"/>
                        <a:pt x="92" y="417"/>
                      </a:cubicBezTo>
                      <a:cubicBezTo>
                        <a:pt x="95" y="432"/>
                        <a:pt x="71" y="453"/>
                        <a:pt x="60" y="477"/>
                      </a:cubicBezTo>
                      <a:cubicBezTo>
                        <a:pt x="49" y="501"/>
                        <a:pt x="52" y="509"/>
                        <a:pt x="57" y="537"/>
                      </a:cubicBezTo>
                      <a:cubicBezTo>
                        <a:pt x="62" y="564"/>
                        <a:pt x="113" y="609"/>
                        <a:pt x="113" y="609"/>
                      </a:cubicBezTo>
                      <a:cubicBezTo>
                        <a:pt x="105" y="628"/>
                        <a:pt x="116" y="645"/>
                        <a:pt x="119" y="649"/>
                      </a:cubicBezTo>
                      <a:cubicBezTo>
                        <a:pt x="122" y="653"/>
                        <a:pt x="123" y="661"/>
                        <a:pt x="123" y="661"/>
                      </a:cubicBezTo>
                      <a:cubicBezTo>
                        <a:pt x="123" y="661"/>
                        <a:pt x="117" y="699"/>
                        <a:pt x="112" y="716"/>
                      </a:cubicBezTo>
                      <a:cubicBezTo>
                        <a:pt x="107" y="732"/>
                        <a:pt x="117" y="740"/>
                        <a:pt x="117" y="740"/>
                      </a:cubicBezTo>
                      <a:cubicBezTo>
                        <a:pt x="117" y="740"/>
                        <a:pt x="115" y="754"/>
                        <a:pt x="113" y="769"/>
                      </a:cubicBezTo>
                      <a:cubicBezTo>
                        <a:pt x="111" y="784"/>
                        <a:pt x="112" y="805"/>
                        <a:pt x="117" y="815"/>
                      </a:cubicBezTo>
                      <a:cubicBezTo>
                        <a:pt x="121" y="825"/>
                        <a:pt x="127" y="869"/>
                        <a:pt x="127" y="869"/>
                      </a:cubicBezTo>
                      <a:cubicBezTo>
                        <a:pt x="156" y="912"/>
                        <a:pt x="183" y="919"/>
                        <a:pt x="183" y="919"/>
                      </a:cubicBezTo>
                      <a:cubicBezTo>
                        <a:pt x="183" y="919"/>
                        <a:pt x="178" y="877"/>
                        <a:pt x="174" y="855"/>
                      </a:cubicBezTo>
                      <a:cubicBezTo>
                        <a:pt x="169" y="833"/>
                        <a:pt x="215" y="796"/>
                        <a:pt x="226" y="791"/>
                      </a:cubicBezTo>
                      <a:cubicBezTo>
                        <a:pt x="237" y="786"/>
                        <a:pt x="247" y="781"/>
                        <a:pt x="250" y="774"/>
                      </a:cubicBezTo>
                      <a:cubicBezTo>
                        <a:pt x="253" y="767"/>
                        <a:pt x="278" y="717"/>
                        <a:pt x="309" y="706"/>
                      </a:cubicBezTo>
                      <a:cubicBezTo>
                        <a:pt x="341" y="695"/>
                        <a:pt x="358" y="669"/>
                        <a:pt x="360" y="659"/>
                      </a:cubicBezTo>
                      <a:cubicBezTo>
                        <a:pt x="362" y="651"/>
                        <a:pt x="381" y="620"/>
                        <a:pt x="399" y="594"/>
                      </a:cubicBezTo>
                      <a:cubicBezTo>
                        <a:pt x="417" y="568"/>
                        <a:pt x="398" y="549"/>
                        <a:pt x="382" y="540"/>
                      </a:cubicBezTo>
                      <a:cubicBezTo>
                        <a:pt x="367" y="531"/>
                        <a:pt x="343" y="522"/>
                        <a:pt x="334" y="521"/>
                      </a:cubicBezTo>
                      <a:cubicBezTo>
                        <a:pt x="326" y="520"/>
                        <a:pt x="316" y="498"/>
                        <a:pt x="308" y="483"/>
                      </a:cubicBezTo>
                      <a:cubicBezTo>
                        <a:pt x="300" y="468"/>
                        <a:pt x="277" y="436"/>
                        <a:pt x="271" y="433"/>
                      </a:cubicBezTo>
                      <a:cubicBezTo>
                        <a:pt x="266" y="430"/>
                        <a:pt x="243" y="426"/>
                        <a:pt x="229" y="409"/>
                      </a:cubicBezTo>
                      <a:cubicBezTo>
                        <a:pt x="215" y="393"/>
                        <a:pt x="179" y="381"/>
                        <a:pt x="166" y="372"/>
                      </a:cubicBezTo>
                      <a:cubicBezTo>
                        <a:pt x="154" y="364"/>
                        <a:pt x="147" y="359"/>
                        <a:pt x="135" y="379"/>
                      </a:cubicBezTo>
                      <a:cubicBezTo>
                        <a:pt x="122" y="400"/>
                        <a:pt x="105" y="382"/>
                        <a:pt x="90" y="377"/>
                      </a:cubicBezTo>
                      <a:cubicBezTo>
                        <a:pt x="74" y="372"/>
                        <a:pt x="76" y="347"/>
                        <a:pt x="78" y="336"/>
                      </a:cubicBezTo>
                      <a:cubicBezTo>
                        <a:pt x="81" y="324"/>
                        <a:pt x="75" y="322"/>
                        <a:pt x="75" y="322"/>
                      </a:cubicBezTo>
                      <a:cubicBezTo>
                        <a:pt x="64" y="320"/>
                        <a:pt x="67" y="312"/>
                        <a:pt x="85" y="293"/>
                      </a:cubicBezTo>
                      <a:cubicBezTo>
                        <a:pt x="103" y="274"/>
                        <a:pt x="74" y="274"/>
                        <a:pt x="54" y="277"/>
                      </a:cubicBezTo>
                      <a:cubicBezTo>
                        <a:pt x="34" y="280"/>
                        <a:pt x="45" y="193"/>
                        <a:pt x="104" y="195"/>
                      </a:cubicBezTo>
                      <a:cubicBezTo>
                        <a:pt x="162" y="198"/>
                        <a:pt x="145" y="214"/>
                        <a:pt x="158" y="237"/>
                      </a:cubicBezTo>
                      <a:cubicBezTo>
                        <a:pt x="172" y="260"/>
                        <a:pt x="173" y="237"/>
                        <a:pt x="173" y="237"/>
                      </a:cubicBezTo>
                      <a:lnTo>
                        <a:pt x="180" y="191"/>
                      </a:lnTo>
                      <a:cubicBezTo>
                        <a:pt x="198" y="190"/>
                        <a:pt x="209" y="182"/>
                        <a:pt x="221" y="174"/>
                      </a:cubicBezTo>
                      <a:cubicBezTo>
                        <a:pt x="233" y="167"/>
                        <a:pt x="261" y="162"/>
                        <a:pt x="276" y="151"/>
                      </a:cubicBezTo>
                      <a:cubicBezTo>
                        <a:pt x="291" y="140"/>
                        <a:pt x="296" y="148"/>
                        <a:pt x="320" y="145"/>
                      </a:cubicBezTo>
                      <a:cubicBezTo>
                        <a:pt x="345" y="142"/>
                        <a:pt x="350" y="129"/>
                        <a:pt x="357" y="126"/>
                      </a:cubicBezTo>
                      <a:cubicBezTo>
                        <a:pt x="363" y="123"/>
                        <a:pt x="365" y="143"/>
                        <a:pt x="385" y="134"/>
                      </a:cubicBezTo>
                      <a:cubicBezTo>
                        <a:pt x="405" y="125"/>
                        <a:pt x="406" y="92"/>
                        <a:pt x="406" y="92"/>
                      </a:cubicBezTo>
                      <a:cubicBezTo>
                        <a:pt x="406" y="92"/>
                        <a:pt x="403" y="92"/>
                        <a:pt x="394" y="97"/>
                      </a:cubicBezTo>
                      <a:cubicBezTo>
                        <a:pt x="385" y="101"/>
                        <a:pt x="399" y="79"/>
                        <a:pt x="401" y="69"/>
                      </a:cubicBezTo>
                      <a:cubicBezTo>
                        <a:pt x="402" y="59"/>
                        <a:pt x="397" y="63"/>
                        <a:pt x="382" y="50"/>
                      </a:cubicBezTo>
                      <a:cubicBezTo>
                        <a:pt x="368" y="37"/>
                        <a:pt x="359" y="55"/>
                        <a:pt x="354" y="60"/>
                      </a:cubicBezTo>
                      <a:cubicBezTo>
                        <a:pt x="348" y="64"/>
                        <a:pt x="342" y="60"/>
                        <a:pt x="338" y="59"/>
                      </a:cubicBezTo>
                      <a:cubicBezTo>
                        <a:pt x="334" y="57"/>
                        <a:pt x="333" y="60"/>
                        <a:pt x="333" y="60"/>
                      </a:cubicBezTo>
                      <a:cubicBezTo>
                        <a:pt x="333" y="60"/>
                        <a:pt x="329" y="70"/>
                        <a:pt x="307" y="84"/>
                      </a:cubicBezTo>
                      <a:cubicBezTo>
                        <a:pt x="285" y="98"/>
                        <a:pt x="290" y="75"/>
                        <a:pt x="287" y="62"/>
                      </a:cubicBezTo>
                      <a:cubicBezTo>
                        <a:pt x="283" y="49"/>
                        <a:pt x="299" y="44"/>
                        <a:pt x="310" y="35"/>
                      </a:cubicBezTo>
                      <a:cubicBezTo>
                        <a:pt x="320" y="27"/>
                        <a:pt x="331" y="21"/>
                        <a:pt x="336" y="26"/>
                      </a:cubicBezTo>
                      <a:cubicBezTo>
                        <a:pt x="341" y="30"/>
                        <a:pt x="350" y="31"/>
                        <a:pt x="366" y="25"/>
                      </a:cubicBezTo>
                      <a:cubicBezTo>
                        <a:pt x="382" y="18"/>
                        <a:pt x="394" y="40"/>
                        <a:pt x="394" y="40"/>
                      </a:cubicBezTo>
                      <a:cubicBezTo>
                        <a:pt x="429" y="35"/>
                        <a:pt x="429" y="13"/>
                        <a:pt x="425" y="0"/>
                      </a:cubicBezTo>
                      <a:cubicBezTo>
                        <a:pt x="244" y="1"/>
                        <a:pt x="85" y="100"/>
                        <a:pt x="0" y="247"/>
                      </a:cubicBezTo>
                      <a:cubicBezTo>
                        <a:pt x="0" y="260"/>
                        <a:pt x="2" y="276"/>
                        <a:pt x="7" y="285"/>
                      </a:cubicBezTo>
                      <a:cubicBezTo>
                        <a:pt x="17" y="304"/>
                        <a:pt x="45" y="310"/>
                        <a:pt x="45" y="31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" name="Freeform: Shape 3145">
                  <a:extLst>
                    <a:ext uri="{FF2B5EF4-FFF2-40B4-BE49-F238E27FC236}">
                      <a16:creationId xmlns:a16="http://schemas.microsoft.com/office/drawing/2014/main" id="{3DB814A5-6FFE-D594-8410-87BD5C4594DE}"/>
                    </a:ext>
                  </a:extLst>
                </p:cNvPr>
                <p:cNvSpPr/>
                <p:nvPr/>
              </p:nvSpPr>
              <p:spPr>
                <a:xfrm>
                  <a:off x="12140062" y="5041467"/>
                  <a:ext cx="586046" cy="4615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4" h="90">
                      <a:moveTo>
                        <a:pt x="0" y="43"/>
                      </a:moveTo>
                      <a:cubicBezTo>
                        <a:pt x="0" y="60"/>
                        <a:pt x="14" y="79"/>
                        <a:pt x="14" y="79"/>
                      </a:cubicBezTo>
                      <a:cubicBezTo>
                        <a:pt x="14" y="79"/>
                        <a:pt x="19" y="85"/>
                        <a:pt x="27" y="89"/>
                      </a:cubicBezTo>
                      <a:cubicBezTo>
                        <a:pt x="35" y="93"/>
                        <a:pt x="37" y="86"/>
                        <a:pt x="37" y="86"/>
                      </a:cubicBezTo>
                      <a:cubicBezTo>
                        <a:pt x="37" y="86"/>
                        <a:pt x="61" y="59"/>
                        <a:pt x="65" y="51"/>
                      </a:cubicBezTo>
                      <a:cubicBezTo>
                        <a:pt x="71" y="44"/>
                        <a:pt x="77" y="41"/>
                        <a:pt x="91" y="38"/>
                      </a:cubicBezTo>
                      <a:cubicBezTo>
                        <a:pt x="100" y="36"/>
                        <a:pt x="109" y="23"/>
                        <a:pt x="114" y="12"/>
                      </a:cubicBezTo>
                      <a:cubicBezTo>
                        <a:pt x="81" y="4"/>
                        <a:pt x="46" y="0"/>
                        <a:pt x="11" y="0"/>
                      </a:cubicBezTo>
                      <a:cubicBezTo>
                        <a:pt x="9" y="7"/>
                        <a:pt x="6" y="16"/>
                        <a:pt x="3" y="20"/>
                      </a:cubicBezTo>
                      <a:cubicBezTo>
                        <a:pt x="1" y="26"/>
                        <a:pt x="0" y="25"/>
                        <a:pt x="0" y="43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" name="Freeform: Shape 3146">
                  <a:extLst>
                    <a:ext uri="{FF2B5EF4-FFF2-40B4-BE49-F238E27FC236}">
                      <a16:creationId xmlns:a16="http://schemas.microsoft.com/office/drawing/2014/main" id="{1C6502C4-6C9E-5891-9298-E6E3E8B151EF}"/>
                    </a:ext>
                  </a:extLst>
                </p:cNvPr>
                <p:cNvSpPr/>
                <p:nvPr/>
              </p:nvSpPr>
              <p:spPr>
                <a:xfrm>
                  <a:off x="12508301" y="5337098"/>
                  <a:ext cx="238568" cy="15558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" h="31">
                      <a:moveTo>
                        <a:pt x="9" y="8"/>
                      </a:moveTo>
                      <a:cubicBezTo>
                        <a:pt x="-10" y="15"/>
                        <a:pt x="6" y="24"/>
                        <a:pt x="6" y="24"/>
                      </a:cubicBezTo>
                      <a:cubicBezTo>
                        <a:pt x="18" y="30"/>
                        <a:pt x="23" y="30"/>
                        <a:pt x="32" y="31"/>
                      </a:cubicBezTo>
                      <a:cubicBezTo>
                        <a:pt x="41" y="32"/>
                        <a:pt x="38" y="27"/>
                        <a:pt x="38" y="27"/>
                      </a:cubicBezTo>
                      <a:lnTo>
                        <a:pt x="40" y="19"/>
                      </a:lnTo>
                      <a:cubicBezTo>
                        <a:pt x="40" y="19"/>
                        <a:pt x="53" y="15"/>
                        <a:pt x="43" y="5"/>
                      </a:cubicBezTo>
                      <a:cubicBezTo>
                        <a:pt x="34" y="-5"/>
                        <a:pt x="27" y="2"/>
                        <a:pt x="9" y="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" name="Freeform: Shape 3147">
                  <a:extLst>
                    <a:ext uri="{FF2B5EF4-FFF2-40B4-BE49-F238E27FC236}">
                      <a16:creationId xmlns:a16="http://schemas.microsoft.com/office/drawing/2014/main" id="{CCBE3EA9-14BE-2FAD-8F00-B6C14E972FCF}"/>
                    </a:ext>
                  </a:extLst>
                </p:cNvPr>
                <p:cNvSpPr/>
                <p:nvPr/>
              </p:nvSpPr>
              <p:spPr>
                <a:xfrm>
                  <a:off x="13229176" y="5653459"/>
                  <a:ext cx="305989" cy="34747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" h="68">
                      <a:moveTo>
                        <a:pt x="12" y="38"/>
                      </a:moveTo>
                      <a:lnTo>
                        <a:pt x="20" y="34"/>
                      </a:lnTo>
                      <a:cubicBezTo>
                        <a:pt x="20" y="34"/>
                        <a:pt x="23" y="55"/>
                        <a:pt x="28" y="64"/>
                      </a:cubicBezTo>
                      <a:cubicBezTo>
                        <a:pt x="34" y="72"/>
                        <a:pt x="45" y="65"/>
                        <a:pt x="56" y="58"/>
                      </a:cubicBezTo>
                      <a:cubicBezTo>
                        <a:pt x="66" y="52"/>
                        <a:pt x="53" y="35"/>
                        <a:pt x="47" y="25"/>
                      </a:cubicBezTo>
                      <a:cubicBezTo>
                        <a:pt x="41" y="17"/>
                        <a:pt x="32" y="14"/>
                        <a:pt x="32" y="14"/>
                      </a:cubicBezTo>
                      <a:cubicBezTo>
                        <a:pt x="32" y="14"/>
                        <a:pt x="27" y="0"/>
                        <a:pt x="16" y="0"/>
                      </a:cubicBezTo>
                      <a:cubicBezTo>
                        <a:pt x="4" y="0"/>
                        <a:pt x="9" y="10"/>
                        <a:pt x="10" y="14"/>
                      </a:cubicBezTo>
                      <a:cubicBezTo>
                        <a:pt x="10" y="18"/>
                        <a:pt x="7" y="20"/>
                        <a:pt x="4" y="23"/>
                      </a:cubicBezTo>
                      <a:cubicBezTo>
                        <a:pt x="1" y="26"/>
                        <a:pt x="-2" y="32"/>
                        <a:pt x="1" y="38"/>
                      </a:cubicBezTo>
                      <a:cubicBezTo>
                        <a:pt x="4" y="44"/>
                        <a:pt x="12" y="38"/>
                        <a:pt x="12" y="3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" name="Freeform: Shape 3148">
                  <a:extLst>
                    <a:ext uri="{FF2B5EF4-FFF2-40B4-BE49-F238E27FC236}">
                      <a16:creationId xmlns:a16="http://schemas.microsoft.com/office/drawing/2014/main" id="{FF436431-A628-37B2-77D8-E325F6D9C96D}"/>
                    </a:ext>
                  </a:extLst>
                </p:cNvPr>
                <p:cNvSpPr/>
                <p:nvPr/>
              </p:nvSpPr>
              <p:spPr>
                <a:xfrm>
                  <a:off x="10584185" y="6415839"/>
                  <a:ext cx="363038" cy="12447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1" h="25">
                      <a:moveTo>
                        <a:pt x="45" y="15"/>
                      </a:moveTo>
                      <a:cubicBezTo>
                        <a:pt x="38" y="15"/>
                        <a:pt x="32" y="5"/>
                        <a:pt x="25" y="2"/>
                      </a:cubicBezTo>
                      <a:cubicBezTo>
                        <a:pt x="18" y="-1"/>
                        <a:pt x="14" y="-1"/>
                        <a:pt x="3" y="8"/>
                      </a:cubicBezTo>
                      <a:cubicBezTo>
                        <a:pt x="-8" y="17"/>
                        <a:pt x="14" y="19"/>
                        <a:pt x="14" y="19"/>
                      </a:cubicBezTo>
                      <a:cubicBezTo>
                        <a:pt x="14" y="19"/>
                        <a:pt x="36" y="29"/>
                        <a:pt x="62" y="24"/>
                      </a:cubicBezTo>
                      <a:cubicBezTo>
                        <a:pt x="87" y="20"/>
                        <a:pt x="51" y="15"/>
                        <a:pt x="45" y="1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" name="Freeform: Shape 3149">
                  <a:extLst>
                    <a:ext uri="{FF2B5EF4-FFF2-40B4-BE49-F238E27FC236}">
                      <a16:creationId xmlns:a16="http://schemas.microsoft.com/office/drawing/2014/main" id="{1FDC6D3F-A36F-C3B0-ACC3-21D6659D2034}"/>
                    </a:ext>
                  </a:extLst>
                </p:cNvPr>
                <p:cNvSpPr/>
                <p:nvPr/>
              </p:nvSpPr>
              <p:spPr>
                <a:xfrm>
                  <a:off x="10864242" y="6618089"/>
                  <a:ext cx="233381" cy="9335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" h="19">
                      <a:moveTo>
                        <a:pt x="30" y="1"/>
                      </a:moveTo>
                      <a:cubicBezTo>
                        <a:pt x="22" y="-2"/>
                        <a:pt x="17" y="4"/>
                        <a:pt x="8" y="8"/>
                      </a:cubicBezTo>
                      <a:cubicBezTo>
                        <a:pt x="0" y="12"/>
                        <a:pt x="-4" y="18"/>
                        <a:pt x="5" y="16"/>
                      </a:cubicBezTo>
                      <a:cubicBezTo>
                        <a:pt x="13" y="14"/>
                        <a:pt x="28" y="16"/>
                        <a:pt x="28" y="16"/>
                      </a:cubicBezTo>
                      <a:cubicBezTo>
                        <a:pt x="28" y="16"/>
                        <a:pt x="41" y="24"/>
                        <a:pt x="45" y="16"/>
                      </a:cubicBezTo>
                      <a:cubicBezTo>
                        <a:pt x="48" y="9"/>
                        <a:pt x="38" y="5"/>
                        <a:pt x="30" y="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  <p:sp>
        <p:nvSpPr>
          <p:cNvPr id="21" name="Arc 20">
            <a:extLst>
              <a:ext uri="{FF2B5EF4-FFF2-40B4-BE49-F238E27FC236}">
                <a16:creationId xmlns:a16="http://schemas.microsoft.com/office/drawing/2014/main" id="{88ACF681-928F-E9E8-3F6E-5668A17886B7}"/>
              </a:ext>
            </a:extLst>
          </p:cNvPr>
          <p:cNvSpPr/>
          <p:nvPr/>
        </p:nvSpPr>
        <p:spPr>
          <a:xfrm rot="11746791">
            <a:off x="-5998601" y="574795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8C147119-BCDF-7045-B544-454CC314E09D}"/>
              </a:ext>
            </a:extLst>
          </p:cNvPr>
          <p:cNvSpPr/>
          <p:nvPr/>
        </p:nvSpPr>
        <p:spPr>
          <a:xfrm rot="946791">
            <a:off x="-6037263" y="563871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23716C94-600D-4F46-9C36-0A80CAD06EBB}"/>
              </a:ext>
            </a:extLst>
          </p:cNvPr>
          <p:cNvSpPr>
            <a:spLocks/>
          </p:cNvSpPr>
          <p:nvPr/>
        </p:nvSpPr>
        <p:spPr bwMode="auto">
          <a:xfrm rot="946791">
            <a:off x="-6665799" y="7944288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E60DF6DD-3621-7259-7552-4569AFCD7A1A}"/>
              </a:ext>
            </a:extLst>
          </p:cNvPr>
          <p:cNvSpPr>
            <a:spLocks/>
          </p:cNvSpPr>
          <p:nvPr/>
        </p:nvSpPr>
        <p:spPr bwMode="auto">
          <a:xfrm rot="16668072">
            <a:off x="1734660" y="11216091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265E0759-9758-289A-61DD-ECF1FCBEE49D}"/>
              </a:ext>
            </a:extLst>
          </p:cNvPr>
          <p:cNvSpPr>
            <a:spLocks/>
          </p:cNvSpPr>
          <p:nvPr/>
        </p:nvSpPr>
        <p:spPr bwMode="auto">
          <a:xfrm rot="6854451">
            <a:off x="4974155" y="4801516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C0AC817-C382-E1DC-3E1F-87C6D3F31907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2473009" y="11952097"/>
            <a:ext cx="922232" cy="913123"/>
            <a:chOff x="6383340" y="8029576"/>
            <a:chExt cx="765176" cy="762000"/>
          </a:xfrm>
          <a:solidFill>
            <a:schemeClr val="bg1"/>
          </a:solidFill>
        </p:grpSpPr>
        <p:sp>
          <p:nvSpPr>
            <p:cNvPr id="41" name="Freeform 918">
              <a:extLst>
                <a:ext uri="{FF2B5EF4-FFF2-40B4-BE49-F238E27FC236}">
                  <a16:creationId xmlns:a16="http://schemas.microsoft.com/office/drawing/2014/main" id="{7DD33CF4-0F5E-6DD1-B11D-CD47D0DE87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6528" y="8131176"/>
              <a:ext cx="560388" cy="558800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39" y="176"/>
                    <a:pt x="0" y="137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7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19">
              <a:extLst>
                <a:ext uri="{FF2B5EF4-FFF2-40B4-BE49-F238E27FC236}">
                  <a16:creationId xmlns:a16="http://schemas.microsoft.com/office/drawing/2014/main" id="{B386CE22-1087-9D17-072D-D4932926EA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3528" y="8258176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920">
              <a:extLst>
                <a:ext uri="{FF2B5EF4-FFF2-40B4-BE49-F238E27FC236}">
                  <a16:creationId xmlns:a16="http://schemas.microsoft.com/office/drawing/2014/main" id="{510ABC9E-AB10-CF28-8A87-A5E0C71FD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228" y="8029576"/>
              <a:ext cx="25400" cy="762000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921">
              <a:extLst>
                <a:ext uri="{FF2B5EF4-FFF2-40B4-BE49-F238E27FC236}">
                  <a16:creationId xmlns:a16="http://schemas.microsoft.com/office/drawing/2014/main" id="{099A175D-272C-0D40-E2A4-4D80B3900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40" y="8397876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0" name="Freeform 5">
            <a:extLst>
              <a:ext uri="{FF2B5EF4-FFF2-40B4-BE49-F238E27FC236}">
                <a16:creationId xmlns:a16="http://schemas.microsoft.com/office/drawing/2014/main" id="{A9E6C585-6540-8B70-57FC-ECEBB3CF1D4E}"/>
              </a:ext>
            </a:extLst>
          </p:cNvPr>
          <p:cNvSpPr>
            <a:spLocks/>
          </p:cNvSpPr>
          <p:nvPr/>
        </p:nvSpPr>
        <p:spPr bwMode="auto">
          <a:xfrm rot="20914031">
            <a:off x="243879" y="-486405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2472786-F320-BFF4-84E2-A62ABFCFBDF8}"/>
              </a:ext>
            </a:extLst>
          </p:cNvPr>
          <p:cNvGrpSpPr>
            <a:grpSpLocks noChangeAspect="1"/>
          </p:cNvGrpSpPr>
          <p:nvPr/>
        </p:nvGrpSpPr>
        <p:grpSpPr>
          <a:xfrm rot="249114">
            <a:off x="822798" y="249600"/>
            <a:ext cx="1241093" cy="913123"/>
            <a:chOff x="3692587" y="2316169"/>
            <a:chExt cx="1031882" cy="763588"/>
          </a:xfrm>
          <a:solidFill>
            <a:schemeClr val="bg1"/>
          </a:solidFill>
        </p:grpSpPr>
        <p:sp>
          <p:nvSpPr>
            <p:cNvPr id="46" name="Freeform 988">
              <a:extLst>
                <a:ext uri="{FF2B5EF4-FFF2-40B4-BE49-F238E27FC236}">
                  <a16:creationId xmlns:a16="http://schemas.microsoft.com/office/drawing/2014/main" id="{FBE903F9-AB39-1CFF-6363-FFD040135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876" y="2822582"/>
              <a:ext cx="763593" cy="257175"/>
            </a:xfrm>
            <a:custGeom>
              <a:avLst/>
              <a:gdLst>
                <a:gd name="T0" fmla="*/ 228 w 240"/>
                <a:gd name="T1" fmla="*/ 81 h 81"/>
                <a:gd name="T2" fmla="*/ 12 w 240"/>
                <a:gd name="T3" fmla="*/ 81 h 81"/>
                <a:gd name="T4" fmla="*/ 0 w 240"/>
                <a:gd name="T5" fmla="*/ 69 h 81"/>
                <a:gd name="T6" fmla="*/ 0 w 240"/>
                <a:gd name="T7" fmla="*/ 53 h 81"/>
                <a:gd name="T8" fmla="*/ 2 w 240"/>
                <a:gd name="T9" fmla="*/ 49 h 81"/>
                <a:gd name="T10" fmla="*/ 90 w 240"/>
                <a:gd name="T11" fmla="*/ 1 h 81"/>
                <a:gd name="T12" fmla="*/ 96 w 240"/>
                <a:gd name="T13" fmla="*/ 3 h 81"/>
                <a:gd name="T14" fmla="*/ 94 w 240"/>
                <a:gd name="T15" fmla="*/ 9 h 81"/>
                <a:gd name="T16" fmla="*/ 8 w 240"/>
                <a:gd name="T17" fmla="*/ 55 h 81"/>
                <a:gd name="T18" fmla="*/ 8 w 240"/>
                <a:gd name="T19" fmla="*/ 69 h 81"/>
                <a:gd name="T20" fmla="*/ 12 w 240"/>
                <a:gd name="T21" fmla="*/ 73 h 81"/>
                <a:gd name="T22" fmla="*/ 228 w 240"/>
                <a:gd name="T23" fmla="*/ 73 h 81"/>
                <a:gd name="T24" fmla="*/ 232 w 240"/>
                <a:gd name="T25" fmla="*/ 69 h 81"/>
                <a:gd name="T26" fmla="*/ 232 w 240"/>
                <a:gd name="T27" fmla="*/ 55 h 81"/>
                <a:gd name="T28" fmla="*/ 146 w 240"/>
                <a:gd name="T29" fmla="*/ 8 h 81"/>
                <a:gd name="T30" fmla="*/ 145 w 240"/>
                <a:gd name="T31" fmla="*/ 3 h 81"/>
                <a:gd name="T32" fmla="*/ 150 w 240"/>
                <a:gd name="T33" fmla="*/ 1 h 81"/>
                <a:gd name="T34" fmla="*/ 238 w 240"/>
                <a:gd name="T35" fmla="*/ 49 h 81"/>
                <a:gd name="T36" fmla="*/ 240 w 240"/>
                <a:gd name="T37" fmla="*/ 53 h 81"/>
                <a:gd name="T38" fmla="*/ 240 w 240"/>
                <a:gd name="T39" fmla="*/ 69 h 81"/>
                <a:gd name="T40" fmla="*/ 228 w 240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0" h="81">
                  <a:moveTo>
                    <a:pt x="228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5" y="1"/>
                    <a:pt x="96" y="3"/>
                  </a:cubicBezTo>
                  <a:cubicBezTo>
                    <a:pt x="97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228" y="73"/>
                    <a:pt x="228" y="73"/>
                    <a:pt x="228" y="73"/>
                  </a:cubicBezTo>
                  <a:cubicBezTo>
                    <a:pt x="230" y="73"/>
                    <a:pt x="232" y="71"/>
                    <a:pt x="232" y="69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4" y="7"/>
                    <a:pt x="144" y="5"/>
                    <a:pt x="145" y="3"/>
                  </a:cubicBezTo>
                  <a:cubicBezTo>
                    <a:pt x="146" y="1"/>
                    <a:pt x="148" y="0"/>
                    <a:pt x="150" y="1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9" y="50"/>
                    <a:pt x="240" y="52"/>
                    <a:pt x="240" y="53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6"/>
                    <a:pt x="235" y="81"/>
                    <a:pt x="22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989">
              <a:extLst>
                <a:ext uri="{FF2B5EF4-FFF2-40B4-BE49-F238E27FC236}">
                  <a16:creationId xmlns:a16="http://schemas.microsoft.com/office/drawing/2014/main" id="{DFB43458-0EFA-56EB-F44B-EE25CBC8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78" y="2316169"/>
              <a:ext cx="407991" cy="538163"/>
            </a:xfrm>
            <a:custGeom>
              <a:avLst/>
              <a:gdLst>
                <a:gd name="T0" fmla="*/ 92 w 128"/>
                <a:gd name="T1" fmla="*/ 168 h 169"/>
                <a:gd name="T2" fmla="*/ 89 w 128"/>
                <a:gd name="T3" fmla="*/ 166 h 169"/>
                <a:gd name="T4" fmla="*/ 90 w 128"/>
                <a:gd name="T5" fmla="*/ 161 h 169"/>
                <a:gd name="T6" fmla="*/ 120 w 128"/>
                <a:gd name="T7" fmla="*/ 95 h 169"/>
                <a:gd name="T8" fmla="*/ 120 w 128"/>
                <a:gd name="T9" fmla="*/ 50 h 169"/>
                <a:gd name="T10" fmla="*/ 64 w 128"/>
                <a:gd name="T11" fmla="*/ 8 h 169"/>
                <a:gd name="T12" fmla="*/ 64 w 128"/>
                <a:gd name="T13" fmla="*/ 8 h 169"/>
                <a:gd name="T14" fmla="*/ 8 w 128"/>
                <a:gd name="T15" fmla="*/ 50 h 169"/>
                <a:gd name="T16" fmla="*/ 8 w 128"/>
                <a:gd name="T17" fmla="*/ 95 h 169"/>
                <a:gd name="T18" fmla="*/ 38 w 128"/>
                <a:gd name="T19" fmla="*/ 161 h 169"/>
                <a:gd name="T20" fmla="*/ 39 w 128"/>
                <a:gd name="T21" fmla="*/ 166 h 169"/>
                <a:gd name="T22" fmla="*/ 34 w 128"/>
                <a:gd name="T23" fmla="*/ 167 h 169"/>
                <a:gd name="T24" fmla="*/ 0 w 128"/>
                <a:gd name="T25" fmla="*/ 95 h 169"/>
                <a:gd name="T26" fmla="*/ 0 w 128"/>
                <a:gd name="T27" fmla="*/ 50 h 169"/>
                <a:gd name="T28" fmla="*/ 0 w 128"/>
                <a:gd name="T29" fmla="*/ 49 h 169"/>
                <a:gd name="T30" fmla="*/ 64 w 128"/>
                <a:gd name="T31" fmla="*/ 0 h 169"/>
                <a:gd name="T32" fmla="*/ 64 w 128"/>
                <a:gd name="T33" fmla="*/ 0 h 169"/>
                <a:gd name="T34" fmla="*/ 128 w 128"/>
                <a:gd name="T35" fmla="*/ 49 h 169"/>
                <a:gd name="T36" fmla="*/ 128 w 128"/>
                <a:gd name="T37" fmla="*/ 50 h 169"/>
                <a:gd name="T38" fmla="*/ 128 w 128"/>
                <a:gd name="T39" fmla="*/ 95 h 169"/>
                <a:gd name="T40" fmla="*/ 94 w 128"/>
                <a:gd name="T41" fmla="*/ 167 h 169"/>
                <a:gd name="T42" fmla="*/ 92 w 128"/>
                <a:gd name="T4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169">
                  <a:moveTo>
                    <a:pt x="92" y="168"/>
                  </a:moveTo>
                  <a:cubicBezTo>
                    <a:pt x="91" y="168"/>
                    <a:pt x="90" y="167"/>
                    <a:pt x="89" y="166"/>
                  </a:cubicBezTo>
                  <a:cubicBezTo>
                    <a:pt x="88" y="164"/>
                    <a:pt x="88" y="162"/>
                    <a:pt x="90" y="161"/>
                  </a:cubicBezTo>
                  <a:cubicBezTo>
                    <a:pt x="120" y="143"/>
                    <a:pt x="120" y="96"/>
                    <a:pt x="120" y="95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16" y="25"/>
                    <a:pt x="87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9" y="142"/>
                    <a:pt x="38" y="161"/>
                  </a:cubicBezTo>
                  <a:cubicBezTo>
                    <a:pt x="40" y="162"/>
                    <a:pt x="41" y="164"/>
                    <a:pt x="39" y="166"/>
                  </a:cubicBezTo>
                  <a:cubicBezTo>
                    <a:pt x="38" y="168"/>
                    <a:pt x="36" y="169"/>
                    <a:pt x="34" y="167"/>
                  </a:cubicBezTo>
                  <a:cubicBezTo>
                    <a:pt x="1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0"/>
                    <a:pt x="124" y="25"/>
                    <a:pt x="128" y="49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7"/>
                    <a:pt x="128" y="147"/>
                    <a:pt x="94" y="167"/>
                  </a:cubicBezTo>
                  <a:cubicBezTo>
                    <a:pt x="94" y="168"/>
                    <a:pt x="93" y="168"/>
                    <a:pt x="92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990">
              <a:extLst>
                <a:ext uri="{FF2B5EF4-FFF2-40B4-BE49-F238E27FC236}">
                  <a16:creationId xmlns:a16="http://schemas.microsoft.com/office/drawing/2014/main" id="{0F2A58C8-1117-2D3A-E6A9-8D6F13AA6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87" y="2822582"/>
              <a:ext cx="306390" cy="257175"/>
            </a:xfrm>
            <a:custGeom>
              <a:avLst/>
              <a:gdLst>
                <a:gd name="T0" fmla="*/ 64 w 96"/>
                <a:gd name="T1" fmla="*/ 81 h 81"/>
                <a:gd name="T2" fmla="*/ 64 w 96"/>
                <a:gd name="T3" fmla="*/ 81 h 81"/>
                <a:gd name="T4" fmla="*/ 12 w 96"/>
                <a:gd name="T5" fmla="*/ 81 h 81"/>
                <a:gd name="T6" fmla="*/ 0 w 96"/>
                <a:gd name="T7" fmla="*/ 69 h 81"/>
                <a:gd name="T8" fmla="*/ 0 w 96"/>
                <a:gd name="T9" fmla="*/ 53 h 81"/>
                <a:gd name="T10" fmla="*/ 2 w 96"/>
                <a:gd name="T11" fmla="*/ 49 h 81"/>
                <a:gd name="T12" fmla="*/ 90 w 96"/>
                <a:gd name="T13" fmla="*/ 1 h 81"/>
                <a:gd name="T14" fmla="*/ 95 w 96"/>
                <a:gd name="T15" fmla="*/ 3 h 81"/>
                <a:gd name="T16" fmla="*/ 94 w 96"/>
                <a:gd name="T17" fmla="*/ 9 h 81"/>
                <a:gd name="T18" fmla="*/ 8 w 96"/>
                <a:gd name="T19" fmla="*/ 55 h 81"/>
                <a:gd name="T20" fmla="*/ 8 w 96"/>
                <a:gd name="T21" fmla="*/ 69 h 81"/>
                <a:gd name="T22" fmla="*/ 12 w 96"/>
                <a:gd name="T23" fmla="*/ 73 h 81"/>
                <a:gd name="T24" fmla="*/ 64 w 96"/>
                <a:gd name="T25" fmla="*/ 73 h 81"/>
                <a:gd name="T26" fmla="*/ 68 w 96"/>
                <a:gd name="T27" fmla="*/ 77 h 81"/>
                <a:gd name="T28" fmla="*/ 64 w 96"/>
                <a:gd name="T2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81">
                  <a:moveTo>
                    <a:pt x="64" y="81"/>
                  </a:moveTo>
                  <a:cubicBezTo>
                    <a:pt x="64" y="81"/>
                    <a:pt x="64" y="81"/>
                    <a:pt x="64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4" y="1"/>
                    <a:pt x="95" y="3"/>
                  </a:cubicBezTo>
                  <a:cubicBezTo>
                    <a:pt x="96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6" y="73"/>
                    <a:pt x="68" y="75"/>
                    <a:pt x="68" y="77"/>
                  </a:cubicBezTo>
                  <a:cubicBezTo>
                    <a:pt x="68" y="79"/>
                    <a:pt x="66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991">
              <a:extLst>
                <a:ext uri="{FF2B5EF4-FFF2-40B4-BE49-F238E27FC236}">
                  <a16:creationId xmlns:a16="http://schemas.microsoft.com/office/drawing/2014/main" id="{6E4E37C6-C7E1-C34A-F0AE-772CC1B07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388" y="2316169"/>
              <a:ext cx="284165" cy="534988"/>
            </a:xfrm>
            <a:custGeom>
              <a:avLst/>
              <a:gdLst>
                <a:gd name="T0" fmla="*/ 36 w 89"/>
                <a:gd name="T1" fmla="*/ 168 h 168"/>
                <a:gd name="T2" fmla="*/ 34 w 89"/>
                <a:gd name="T3" fmla="*/ 167 h 168"/>
                <a:gd name="T4" fmla="*/ 0 w 89"/>
                <a:gd name="T5" fmla="*/ 95 h 168"/>
                <a:gd name="T6" fmla="*/ 0 w 89"/>
                <a:gd name="T7" fmla="*/ 50 h 168"/>
                <a:gd name="T8" fmla="*/ 0 w 89"/>
                <a:gd name="T9" fmla="*/ 49 h 168"/>
                <a:gd name="T10" fmla="*/ 64 w 89"/>
                <a:gd name="T11" fmla="*/ 0 h 168"/>
                <a:gd name="T12" fmla="*/ 64 w 89"/>
                <a:gd name="T13" fmla="*/ 0 h 168"/>
                <a:gd name="T14" fmla="*/ 85 w 89"/>
                <a:gd name="T15" fmla="*/ 4 h 168"/>
                <a:gd name="T16" fmla="*/ 88 w 89"/>
                <a:gd name="T17" fmla="*/ 9 h 168"/>
                <a:gd name="T18" fmla="*/ 83 w 89"/>
                <a:gd name="T19" fmla="*/ 11 h 168"/>
                <a:gd name="T20" fmla="*/ 64 w 89"/>
                <a:gd name="T21" fmla="*/ 8 h 168"/>
                <a:gd name="T22" fmla="*/ 64 w 89"/>
                <a:gd name="T23" fmla="*/ 8 h 168"/>
                <a:gd name="T24" fmla="*/ 8 w 89"/>
                <a:gd name="T25" fmla="*/ 50 h 168"/>
                <a:gd name="T26" fmla="*/ 8 w 89"/>
                <a:gd name="T27" fmla="*/ 95 h 168"/>
                <a:gd name="T28" fmla="*/ 38 w 89"/>
                <a:gd name="T29" fmla="*/ 161 h 168"/>
                <a:gd name="T30" fmla="*/ 39 w 89"/>
                <a:gd name="T31" fmla="*/ 166 h 168"/>
                <a:gd name="T32" fmla="*/ 36 w 89"/>
                <a:gd name="T3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68">
                  <a:moveTo>
                    <a:pt x="36" y="168"/>
                  </a:moveTo>
                  <a:cubicBezTo>
                    <a:pt x="35" y="168"/>
                    <a:pt x="34" y="168"/>
                    <a:pt x="34" y="167"/>
                  </a:cubicBezTo>
                  <a:cubicBezTo>
                    <a:pt x="0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0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1" y="0"/>
                    <a:pt x="78" y="1"/>
                    <a:pt x="85" y="4"/>
                  </a:cubicBezTo>
                  <a:cubicBezTo>
                    <a:pt x="88" y="5"/>
                    <a:pt x="89" y="7"/>
                    <a:pt x="88" y="9"/>
                  </a:cubicBezTo>
                  <a:cubicBezTo>
                    <a:pt x="87" y="11"/>
                    <a:pt x="85" y="12"/>
                    <a:pt x="83" y="11"/>
                  </a:cubicBezTo>
                  <a:cubicBezTo>
                    <a:pt x="77" y="9"/>
                    <a:pt x="70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8" y="142"/>
                    <a:pt x="38" y="161"/>
                  </a:cubicBezTo>
                  <a:cubicBezTo>
                    <a:pt x="40" y="162"/>
                    <a:pt x="40" y="164"/>
                    <a:pt x="39" y="166"/>
                  </a:cubicBezTo>
                  <a:cubicBezTo>
                    <a:pt x="38" y="167"/>
                    <a:pt x="37" y="168"/>
                    <a:pt x="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50DC1C-0EA1-EA94-11CE-002F4286B2D4}"/>
              </a:ext>
            </a:extLst>
          </p:cNvPr>
          <p:cNvGrpSpPr>
            <a:grpSpLocks noChangeAspect="1"/>
          </p:cNvGrpSpPr>
          <p:nvPr/>
        </p:nvGrpSpPr>
        <p:grpSpPr>
          <a:xfrm rot="946791">
            <a:off x="-5767531" y="8680295"/>
            <a:ext cx="602395" cy="913123"/>
            <a:chOff x="2768682" y="-1625593"/>
            <a:chExt cx="484189" cy="738188"/>
          </a:xfrm>
          <a:solidFill>
            <a:schemeClr val="bg1"/>
          </a:solidFill>
        </p:grpSpPr>
        <p:sp>
          <p:nvSpPr>
            <p:cNvPr id="51" name="Freeform 1330">
              <a:extLst>
                <a:ext uri="{FF2B5EF4-FFF2-40B4-BE49-F238E27FC236}">
                  <a16:creationId xmlns:a16="http://schemas.microsoft.com/office/drawing/2014/main" id="{CB77A62F-A49A-BCCA-09EA-E6F97E0C6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632" y="-1187442"/>
              <a:ext cx="47625" cy="84138"/>
            </a:xfrm>
            <a:custGeom>
              <a:avLst/>
              <a:gdLst>
                <a:gd name="T0" fmla="*/ 10 w 15"/>
                <a:gd name="T1" fmla="*/ 26 h 26"/>
                <a:gd name="T2" fmla="*/ 10 w 15"/>
                <a:gd name="T3" fmla="*/ 26 h 26"/>
                <a:gd name="T4" fmla="*/ 6 w 15"/>
                <a:gd name="T5" fmla="*/ 22 h 26"/>
                <a:gd name="T6" fmla="*/ 6 w 15"/>
                <a:gd name="T7" fmla="*/ 22 h 26"/>
                <a:gd name="T8" fmla="*/ 2 w 15"/>
                <a:gd name="T9" fmla="*/ 8 h 26"/>
                <a:gd name="T10" fmla="*/ 2 w 15"/>
                <a:gd name="T11" fmla="*/ 2 h 26"/>
                <a:gd name="T12" fmla="*/ 8 w 15"/>
                <a:gd name="T13" fmla="*/ 2 h 26"/>
                <a:gd name="T14" fmla="*/ 14 w 15"/>
                <a:gd name="T15" fmla="*/ 23 h 26"/>
                <a:gd name="T16" fmla="*/ 10 w 15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7" y="26"/>
                    <a:pt x="6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19"/>
                    <a:pt x="6" y="11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5" y="9"/>
                    <a:pt x="14" y="22"/>
                    <a:pt x="14" y="23"/>
                  </a:cubicBezTo>
                  <a:cubicBezTo>
                    <a:pt x="14" y="25"/>
                    <a:pt x="12" y="26"/>
                    <a:pt x="1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331">
              <a:extLst>
                <a:ext uri="{FF2B5EF4-FFF2-40B4-BE49-F238E27FC236}">
                  <a16:creationId xmlns:a16="http://schemas.microsoft.com/office/drawing/2014/main" id="{2E7BA24D-FF0C-58F8-5EF2-AA2D51D6C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708" y="-1187442"/>
              <a:ext cx="47625" cy="84138"/>
            </a:xfrm>
            <a:custGeom>
              <a:avLst/>
              <a:gdLst>
                <a:gd name="T0" fmla="*/ 5 w 15"/>
                <a:gd name="T1" fmla="*/ 26 h 26"/>
                <a:gd name="T2" fmla="*/ 1 w 15"/>
                <a:gd name="T3" fmla="*/ 23 h 26"/>
                <a:gd name="T4" fmla="*/ 8 w 15"/>
                <a:gd name="T5" fmla="*/ 2 h 26"/>
                <a:gd name="T6" fmla="*/ 13 w 15"/>
                <a:gd name="T7" fmla="*/ 2 h 26"/>
                <a:gd name="T8" fmla="*/ 13 w 15"/>
                <a:gd name="T9" fmla="*/ 8 h 26"/>
                <a:gd name="T10" fmla="*/ 9 w 15"/>
                <a:gd name="T11" fmla="*/ 22 h 26"/>
                <a:gd name="T12" fmla="*/ 5 w 15"/>
                <a:gd name="T13" fmla="*/ 26 h 26"/>
                <a:gd name="T14" fmla="*/ 5 w 15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6"/>
                    <a:pt x="1" y="25"/>
                    <a:pt x="1" y="23"/>
                  </a:cubicBezTo>
                  <a:cubicBezTo>
                    <a:pt x="1" y="21"/>
                    <a:pt x="0" y="9"/>
                    <a:pt x="8" y="2"/>
                  </a:cubicBezTo>
                  <a:cubicBezTo>
                    <a:pt x="9" y="0"/>
                    <a:pt x="12" y="1"/>
                    <a:pt x="13" y="2"/>
                  </a:cubicBezTo>
                  <a:cubicBezTo>
                    <a:pt x="15" y="4"/>
                    <a:pt x="15" y="6"/>
                    <a:pt x="13" y="8"/>
                  </a:cubicBezTo>
                  <a:cubicBezTo>
                    <a:pt x="9" y="11"/>
                    <a:pt x="9" y="19"/>
                    <a:pt x="9" y="22"/>
                  </a:cubicBezTo>
                  <a:cubicBezTo>
                    <a:pt x="9" y="24"/>
                    <a:pt x="8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332">
              <a:extLst>
                <a:ext uri="{FF2B5EF4-FFF2-40B4-BE49-F238E27FC236}">
                  <a16:creationId xmlns:a16="http://schemas.microsoft.com/office/drawing/2014/main" id="{4451A639-E871-4956-60C9-4EE1CEE92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82" y="-1625593"/>
              <a:ext cx="254001" cy="468313"/>
            </a:xfrm>
            <a:custGeom>
              <a:avLst/>
              <a:gdLst>
                <a:gd name="T0" fmla="*/ 39 w 80"/>
                <a:gd name="T1" fmla="*/ 147 h 147"/>
                <a:gd name="T2" fmla="*/ 36 w 80"/>
                <a:gd name="T3" fmla="*/ 146 h 147"/>
                <a:gd name="T4" fmla="*/ 0 w 80"/>
                <a:gd name="T5" fmla="*/ 79 h 147"/>
                <a:gd name="T6" fmla="*/ 76 w 80"/>
                <a:gd name="T7" fmla="*/ 0 h 147"/>
                <a:gd name="T8" fmla="*/ 80 w 80"/>
                <a:gd name="T9" fmla="*/ 4 h 147"/>
                <a:gd name="T10" fmla="*/ 76 w 80"/>
                <a:gd name="T11" fmla="*/ 8 h 147"/>
                <a:gd name="T12" fmla="*/ 8 w 80"/>
                <a:gd name="T13" fmla="*/ 79 h 147"/>
                <a:gd name="T14" fmla="*/ 41 w 80"/>
                <a:gd name="T15" fmla="*/ 140 h 147"/>
                <a:gd name="T16" fmla="*/ 42 w 80"/>
                <a:gd name="T17" fmla="*/ 145 h 147"/>
                <a:gd name="T18" fmla="*/ 39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39" y="147"/>
                  </a:moveTo>
                  <a:cubicBezTo>
                    <a:pt x="38" y="147"/>
                    <a:pt x="37" y="147"/>
                    <a:pt x="36" y="146"/>
                  </a:cubicBezTo>
                  <a:cubicBezTo>
                    <a:pt x="13" y="128"/>
                    <a:pt x="0" y="105"/>
                    <a:pt x="0" y="79"/>
                  </a:cubicBezTo>
                  <a:cubicBezTo>
                    <a:pt x="0" y="35"/>
                    <a:pt x="34" y="0"/>
                    <a:pt x="76" y="0"/>
                  </a:cubicBezTo>
                  <a:cubicBezTo>
                    <a:pt x="78" y="0"/>
                    <a:pt x="80" y="2"/>
                    <a:pt x="80" y="4"/>
                  </a:cubicBezTo>
                  <a:cubicBezTo>
                    <a:pt x="80" y="6"/>
                    <a:pt x="78" y="8"/>
                    <a:pt x="76" y="8"/>
                  </a:cubicBezTo>
                  <a:cubicBezTo>
                    <a:pt x="39" y="8"/>
                    <a:pt x="8" y="40"/>
                    <a:pt x="8" y="79"/>
                  </a:cubicBezTo>
                  <a:cubicBezTo>
                    <a:pt x="8" y="109"/>
                    <a:pt x="26" y="128"/>
                    <a:pt x="41" y="140"/>
                  </a:cubicBezTo>
                  <a:cubicBezTo>
                    <a:pt x="43" y="141"/>
                    <a:pt x="43" y="143"/>
                    <a:pt x="42" y="145"/>
                  </a:cubicBezTo>
                  <a:cubicBezTo>
                    <a:pt x="41" y="146"/>
                    <a:pt x="40" y="147"/>
                    <a:pt x="39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333">
              <a:extLst>
                <a:ext uri="{FF2B5EF4-FFF2-40B4-BE49-F238E27FC236}">
                  <a16:creationId xmlns:a16="http://schemas.microsoft.com/office/drawing/2014/main" id="{83612B83-9062-3DF8-BEAE-9C98BA90E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625593"/>
              <a:ext cx="255588" cy="468313"/>
            </a:xfrm>
            <a:custGeom>
              <a:avLst/>
              <a:gdLst>
                <a:gd name="T0" fmla="*/ 41 w 80"/>
                <a:gd name="T1" fmla="*/ 147 h 147"/>
                <a:gd name="T2" fmla="*/ 38 w 80"/>
                <a:gd name="T3" fmla="*/ 145 h 147"/>
                <a:gd name="T4" fmla="*/ 39 w 80"/>
                <a:gd name="T5" fmla="*/ 140 h 147"/>
                <a:gd name="T6" fmla="*/ 72 w 80"/>
                <a:gd name="T7" fmla="*/ 79 h 147"/>
                <a:gd name="T8" fmla="*/ 4 w 80"/>
                <a:gd name="T9" fmla="*/ 8 h 147"/>
                <a:gd name="T10" fmla="*/ 0 w 80"/>
                <a:gd name="T11" fmla="*/ 4 h 147"/>
                <a:gd name="T12" fmla="*/ 4 w 80"/>
                <a:gd name="T13" fmla="*/ 0 h 147"/>
                <a:gd name="T14" fmla="*/ 80 w 80"/>
                <a:gd name="T15" fmla="*/ 79 h 147"/>
                <a:gd name="T16" fmla="*/ 44 w 80"/>
                <a:gd name="T17" fmla="*/ 146 h 147"/>
                <a:gd name="T18" fmla="*/ 41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41" y="147"/>
                  </a:moveTo>
                  <a:cubicBezTo>
                    <a:pt x="40" y="147"/>
                    <a:pt x="39" y="146"/>
                    <a:pt x="38" y="145"/>
                  </a:cubicBezTo>
                  <a:cubicBezTo>
                    <a:pt x="37" y="143"/>
                    <a:pt x="37" y="141"/>
                    <a:pt x="39" y="140"/>
                  </a:cubicBezTo>
                  <a:cubicBezTo>
                    <a:pt x="54" y="128"/>
                    <a:pt x="72" y="109"/>
                    <a:pt x="72" y="79"/>
                  </a:cubicBezTo>
                  <a:cubicBezTo>
                    <a:pt x="72" y="40"/>
                    <a:pt x="41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6" y="0"/>
                    <a:pt x="80" y="35"/>
                    <a:pt x="80" y="79"/>
                  </a:cubicBezTo>
                  <a:cubicBezTo>
                    <a:pt x="80" y="105"/>
                    <a:pt x="67" y="128"/>
                    <a:pt x="44" y="146"/>
                  </a:cubicBezTo>
                  <a:cubicBezTo>
                    <a:pt x="43" y="147"/>
                    <a:pt x="42" y="147"/>
                    <a:pt x="4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334">
              <a:extLst>
                <a:ext uri="{FF2B5EF4-FFF2-40B4-BE49-F238E27FC236}">
                  <a16:creationId xmlns:a16="http://schemas.microsoft.com/office/drawing/2014/main" id="{3BAB5291-03C2-2DF8-E08F-7E856EB5E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83" y="-1128705"/>
              <a:ext cx="127000" cy="241300"/>
            </a:xfrm>
            <a:custGeom>
              <a:avLst/>
              <a:gdLst>
                <a:gd name="T0" fmla="*/ 36 w 40"/>
                <a:gd name="T1" fmla="*/ 76 h 76"/>
                <a:gd name="T2" fmla="*/ 0 w 40"/>
                <a:gd name="T3" fmla="*/ 49 h 76"/>
                <a:gd name="T4" fmla="*/ 0 w 40"/>
                <a:gd name="T5" fmla="*/ 48 h 76"/>
                <a:gd name="T6" fmla="*/ 0 w 40"/>
                <a:gd name="T7" fmla="*/ 4 h 76"/>
                <a:gd name="T8" fmla="*/ 4 w 40"/>
                <a:gd name="T9" fmla="*/ 0 h 76"/>
                <a:gd name="T10" fmla="*/ 8 w 40"/>
                <a:gd name="T11" fmla="*/ 4 h 76"/>
                <a:gd name="T12" fmla="*/ 8 w 40"/>
                <a:gd name="T13" fmla="*/ 48 h 76"/>
                <a:gd name="T14" fmla="*/ 36 w 40"/>
                <a:gd name="T15" fmla="*/ 68 h 76"/>
                <a:gd name="T16" fmla="*/ 40 w 40"/>
                <a:gd name="T17" fmla="*/ 72 h 76"/>
                <a:gd name="T18" fmla="*/ 36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36" y="76"/>
                  </a:moveTo>
                  <a:cubicBezTo>
                    <a:pt x="5" y="76"/>
                    <a:pt x="0" y="49"/>
                    <a:pt x="0" y="49"/>
                  </a:cubicBezTo>
                  <a:cubicBezTo>
                    <a:pt x="0" y="49"/>
                    <a:pt x="0" y="49"/>
                    <a:pt x="0" y="4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13" y="68"/>
                    <a:pt x="36" y="68"/>
                  </a:cubicBezTo>
                  <a:cubicBezTo>
                    <a:pt x="38" y="68"/>
                    <a:pt x="40" y="70"/>
                    <a:pt x="40" y="72"/>
                  </a:cubicBezTo>
                  <a:cubicBezTo>
                    <a:pt x="40" y="74"/>
                    <a:pt x="38" y="76"/>
                    <a:pt x="3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1335">
              <a:extLst>
                <a:ext uri="{FF2B5EF4-FFF2-40B4-BE49-F238E27FC236}">
                  <a16:creationId xmlns:a16="http://schemas.microsoft.com/office/drawing/2014/main" id="{F3154574-6813-3F85-D118-B58B020E1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128705"/>
              <a:ext cx="127000" cy="241300"/>
            </a:xfrm>
            <a:custGeom>
              <a:avLst/>
              <a:gdLst>
                <a:gd name="T0" fmla="*/ 4 w 40"/>
                <a:gd name="T1" fmla="*/ 76 h 76"/>
                <a:gd name="T2" fmla="*/ 0 w 40"/>
                <a:gd name="T3" fmla="*/ 72 h 76"/>
                <a:gd name="T4" fmla="*/ 4 w 40"/>
                <a:gd name="T5" fmla="*/ 68 h 76"/>
                <a:gd name="T6" fmla="*/ 32 w 40"/>
                <a:gd name="T7" fmla="*/ 48 h 76"/>
                <a:gd name="T8" fmla="*/ 32 w 40"/>
                <a:gd name="T9" fmla="*/ 4 h 76"/>
                <a:gd name="T10" fmla="*/ 36 w 40"/>
                <a:gd name="T11" fmla="*/ 0 h 76"/>
                <a:gd name="T12" fmla="*/ 40 w 40"/>
                <a:gd name="T13" fmla="*/ 4 h 76"/>
                <a:gd name="T14" fmla="*/ 40 w 40"/>
                <a:gd name="T15" fmla="*/ 48 h 76"/>
                <a:gd name="T16" fmla="*/ 40 w 40"/>
                <a:gd name="T17" fmla="*/ 49 h 76"/>
                <a:gd name="T18" fmla="*/ 4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4" y="76"/>
                  </a:moveTo>
                  <a:cubicBezTo>
                    <a:pt x="2" y="76"/>
                    <a:pt x="0" y="74"/>
                    <a:pt x="0" y="72"/>
                  </a:cubicBezTo>
                  <a:cubicBezTo>
                    <a:pt x="0" y="70"/>
                    <a:pt x="2" y="68"/>
                    <a:pt x="4" y="68"/>
                  </a:cubicBezTo>
                  <a:cubicBezTo>
                    <a:pt x="27" y="68"/>
                    <a:pt x="32" y="51"/>
                    <a:pt x="32" y="4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35" y="76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1336">
              <a:extLst>
                <a:ext uri="{FF2B5EF4-FFF2-40B4-BE49-F238E27FC236}">
                  <a16:creationId xmlns:a16="http://schemas.microsoft.com/office/drawing/2014/main" id="{36BE9B90-A207-4899-CBBA-4CBA588C3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507" y="-1093780"/>
              <a:ext cx="234951" cy="57150"/>
            </a:xfrm>
            <a:custGeom>
              <a:avLst/>
              <a:gdLst>
                <a:gd name="T0" fmla="*/ 38 w 74"/>
                <a:gd name="T1" fmla="*/ 17 h 18"/>
                <a:gd name="T2" fmla="*/ 3 w 74"/>
                <a:gd name="T3" fmla="*/ 8 h 18"/>
                <a:gd name="T4" fmla="*/ 2 w 74"/>
                <a:gd name="T5" fmla="*/ 3 h 18"/>
                <a:gd name="T6" fmla="*/ 7 w 74"/>
                <a:gd name="T7" fmla="*/ 1 h 18"/>
                <a:gd name="T8" fmla="*/ 67 w 74"/>
                <a:gd name="T9" fmla="*/ 1 h 18"/>
                <a:gd name="T10" fmla="*/ 72 w 74"/>
                <a:gd name="T11" fmla="*/ 3 h 18"/>
                <a:gd name="T12" fmla="*/ 71 w 74"/>
                <a:gd name="T13" fmla="*/ 8 h 18"/>
                <a:gd name="T14" fmla="*/ 38 w 74"/>
                <a:gd name="T15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8">
                  <a:moveTo>
                    <a:pt x="38" y="17"/>
                  </a:moveTo>
                  <a:cubicBezTo>
                    <a:pt x="19" y="17"/>
                    <a:pt x="4" y="9"/>
                    <a:pt x="3" y="8"/>
                  </a:cubicBezTo>
                  <a:cubicBezTo>
                    <a:pt x="1" y="7"/>
                    <a:pt x="0" y="5"/>
                    <a:pt x="2" y="3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7" y="2"/>
                    <a:pt x="38" y="18"/>
                    <a:pt x="67" y="1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74" y="5"/>
                    <a:pt x="73" y="7"/>
                    <a:pt x="71" y="8"/>
                  </a:cubicBezTo>
                  <a:cubicBezTo>
                    <a:pt x="60" y="15"/>
                    <a:pt x="48" y="17"/>
                    <a:pt x="3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09ED801-8991-1C1E-02F5-6AA1C8C16E04}"/>
              </a:ext>
            </a:extLst>
          </p:cNvPr>
          <p:cNvGrpSpPr>
            <a:grpSpLocks noChangeAspect="1"/>
          </p:cNvGrpSpPr>
          <p:nvPr/>
        </p:nvGrpSpPr>
        <p:grpSpPr>
          <a:xfrm rot="11454657">
            <a:off x="5679854" y="5715010"/>
            <a:ext cx="987531" cy="558149"/>
            <a:chOff x="-176142" y="-38090"/>
            <a:chExt cx="765178" cy="434975"/>
          </a:xfrm>
          <a:solidFill>
            <a:schemeClr val="bg1"/>
          </a:solidFill>
        </p:grpSpPr>
        <p:sp>
          <p:nvSpPr>
            <p:cNvPr id="59" name="Freeform 1342">
              <a:extLst>
                <a:ext uri="{FF2B5EF4-FFF2-40B4-BE49-F238E27FC236}">
                  <a16:creationId xmlns:a16="http://schemas.microsoft.com/office/drawing/2014/main" id="{7AA10C65-D565-803E-B8F0-655FB62C6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97" y="15885"/>
              <a:ext cx="223838" cy="187325"/>
            </a:xfrm>
            <a:custGeom>
              <a:avLst/>
              <a:gdLst>
                <a:gd name="T0" fmla="*/ 5 w 70"/>
                <a:gd name="T1" fmla="*/ 59 h 59"/>
                <a:gd name="T2" fmla="*/ 2 w 70"/>
                <a:gd name="T3" fmla="*/ 58 h 59"/>
                <a:gd name="T4" fmla="*/ 2 w 70"/>
                <a:gd name="T5" fmla="*/ 52 h 59"/>
                <a:gd name="T6" fmla="*/ 63 w 70"/>
                <a:gd name="T7" fmla="*/ 1 h 59"/>
                <a:gd name="T8" fmla="*/ 68 w 70"/>
                <a:gd name="T9" fmla="*/ 1 h 59"/>
                <a:gd name="T10" fmla="*/ 68 w 70"/>
                <a:gd name="T11" fmla="*/ 7 h 59"/>
                <a:gd name="T12" fmla="*/ 7 w 70"/>
                <a:gd name="T13" fmla="*/ 58 h 59"/>
                <a:gd name="T14" fmla="*/ 5 w 70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59">
                  <a:moveTo>
                    <a:pt x="5" y="59"/>
                  </a:moveTo>
                  <a:cubicBezTo>
                    <a:pt x="3" y="59"/>
                    <a:pt x="2" y="59"/>
                    <a:pt x="2" y="58"/>
                  </a:cubicBezTo>
                  <a:cubicBezTo>
                    <a:pt x="0" y="56"/>
                    <a:pt x="0" y="53"/>
                    <a:pt x="2" y="52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4" y="0"/>
                    <a:pt x="67" y="0"/>
                    <a:pt x="68" y="1"/>
                  </a:cubicBezTo>
                  <a:cubicBezTo>
                    <a:pt x="70" y="3"/>
                    <a:pt x="70" y="6"/>
                    <a:pt x="68" y="7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6" y="59"/>
                    <a:pt x="6" y="59"/>
                    <a:pt x="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343">
              <a:extLst>
                <a:ext uri="{FF2B5EF4-FFF2-40B4-BE49-F238E27FC236}">
                  <a16:creationId xmlns:a16="http://schemas.microsoft.com/office/drawing/2014/main" id="{72187271-C15C-8920-9217-7C3E52DFF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7" y="114310"/>
              <a:ext cx="184151" cy="98425"/>
            </a:xfrm>
            <a:custGeom>
              <a:avLst/>
              <a:gdLst>
                <a:gd name="T0" fmla="*/ 54 w 58"/>
                <a:gd name="T1" fmla="*/ 31 h 31"/>
                <a:gd name="T2" fmla="*/ 52 w 58"/>
                <a:gd name="T3" fmla="*/ 30 h 31"/>
                <a:gd name="T4" fmla="*/ 3 w 58"/>
                <a:gd name="T5" fmla="*/ 8 h 31"/>
                <a:gd name="T6" fmla="*/ 1 w 58"/>
                <a:gd name="T7" fmla="*/ 3 h 31"/>
                <a:gd name="T8" fmla="*/ 7 w 58"/>
                <a:gd name="T9" fmla="*/ 1 h 31"/>
                <a:gd name="T10" fmla="*/ 55 w 58"/>
                <a:gd name="T11" fmla="*/ 23 h 31"/>
                <a:gd name="T12" fmla="*/ 57 w 58"/>
                <a:gd name="T13" fmla="*/ 28 h 31"/>
                <a:gd name="T14" fmla="*/ 54 w 58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1">
                  <a:moveTo>
                    <a:pt x="54" y="31"/>
                  </a:moveTo>
                  <a:cubicBezTo>
                    <a:pt x="53" y="31"/>
                    <a:pt x="53" y="31"/>
                    <a:pt x="52" y="3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7" y="24"/>
                    <a:pt x="58" y="26"/>
                    <a:pt x="57" y="28"/>
                  </a:cubicBezTo>
                  <a:cubicBezTo>
                    <a:pt x="57" y="30"/>
                    <a:pt x="55" y="31"/>
                    <a:pt x="5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1344">
              <a:extLst>
                <a:ext uri="{FF2B5EF4-FFF2-40B4-BE49-F238E27FC236}">
                  <a16:creationId xmlns:a16="http://schemas.microsoft.com/office/drawing/2014/main" id="{12CC2081-9E5D-31C3-3086-EC40989A3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342" y="123835"/>
              <a:ext cx="198438" cy="219075"/>
            </a:xfrm>
            <a:custGeom>
              <a:avLst/>
              <a:gdLst>
                <a:gd name="T0" fmla="*/ 5 w 62"/>
                <a:gd name="T1" fmla="*/ 69 h 69"/>
                <a:gd name="T2" fmla="*/ 2 w 62"/>
                <a:gd name="T3" fmla="*/ 68 h 69"/>
                <a:gd name="T4" fmla="*/ 2 w 62"/>
                <a:gd name="T5" fmla="*/ 62 h 69"/>
                <a:gd name="T6" fmla="*/ 55 w 62"/>
                <a:gd name="T7" fmla="*/ 2 h 69"/>
                <a:gd name="T8" fmla="*/ 60 w 62"/>
                <a:gd name="T9" fmla="*/ 1 h 69"/>
                <a:gd name="T10" fmla="*/ 61 w 62"/>
                <a:gd name="T11" fmla="*/ 7 h 69"/>
                <a:gd name="T12" fmla="*/ 8 w 62"/>
                <a:gd name="T13" fmla="*/ 67 h 69"/>
                <a:gd name="T14" fmla="*/ 5 w 62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69">
                  <a:moveTo>
                    <a:pt x="5" y="69"/>
                  </a:moveTo>
                  <a:cubicBezTo>
                    <a:pt x="4" y="69"/>
                    <a:pt x="3" y="68"/>
                    <a:pt x="2" y="68"/>
                  </a:cubicBezTo>
                  <a:cubicBezTo>
                    <a:pt x="0" y="66"/>
                    <a:pt x="0" y="64"/>
                    <a:pt x="2" y="6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6" y="0"/>
                    <a:pt x="59" y="0"/>
                    <a:pt x="60" y="1"/>
                  </a:cubicBezTo>
                  <a:cubicBezTo>
                    <a:pt x="62" y="3"/>
                    <a:pt x="62" y="5"/>
                    <a:pt x="61" y="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8"/>
                    <a:pt x="6" y="69"/>
                    <a:pt x="5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1345">
              <a:extLst>
                <a:ext uri="{FF2B5EF4-FFF2-40B4-BE49-F238E27FC236}">
                  <a16:creationId xmlns:a16="http://schemas.microsoft.com/office/drawing/2014/main" id="{0E320237-0408-3C44-9199-13A5CE0C36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6142" y="3079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1346">
              <a:extLst>
                <a:ext uri="{FF2B5EF4-FFF2-40B4-BE49-F238E27FC236}">
                  <a16:creationId xmlns:a16="http://schemas.microsoft.com/office/drawing/2014/main" id="{6BE33EF0-60FF-556D-26B2-13AE63018F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9" y="66685"/>
              <a:ext cx="90488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1347">
              <a:extLst>
                <a:ext uri="{FF2B5EF4-FFF2-40B4-BE49-F238E27FC236}">
                  <a16:creationId xmlns:a16="http://schemas.microsoft.com/office/drawing/2014/main" id="{8EFF9A17-AAF1-086D-31B3-BA7052A9EA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247" y="1682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1348">
              <a:extLst>
                <a:ext uri="{FF2B5EF4-FFF2-40B4-BE49-F238E27FC236}">
                  <a16:creationId xmlns:a16="http://schemas.microsoft.com/office/drawing/2014/main" id="{602115CA-D804-02B1-6BFF-872AD3B675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136" y="-38090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2" name="Picture Placeholder 68" descr="Earth">
                <a:extLst>
                  <a:ext uri="{FF2B5EF4-FFF2-40B4-BE49-F238E27FC236}">
                    <a16:creationId xmlns:a16="http://schemas.microsoft.com/office/drawing/2014/main" id="{54EBA082-B02E-E4B9-7B1F-F32202002E7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4976916"/>
                  </p:ext>
                </p:extLst>
              </p:nvPr>
            </p:nvGraphicFramePr>
            <p:xfrm>
              <a:off x="-3685873" y="2958384"/>
              <a:ext cx="7740030" cy="774003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40030" cy="7740031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2720471" ay="2941733" az="224296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40044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2" name="Picture Placeholder 68" descr="Earth">
                <a:extLst>
                  <a:ext uri="{FF2B5EF4-FFF2-40B4-BE49-F238E27FC236}">
                    <a16:creationId xmlns:a16="http://schemas.microsoft.com/office/drawing/2014/main" id="{54EBA082-B02E-E4B9-7B1F-F32202002E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85873" y="2958384"/>
                <a:ext cx="7740030" cy="774003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939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9F4A-5DFA-9D7B-4C41-94F0B8F40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C9E92E-B7D8-DF0C-3313-3B9180EC37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AC28A-12A4-B9C5-0408-140F8B28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19</a:t>
            </a:fld>
            <a:endParaRPr lang="en-ID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64E0E4E-CDC7-5541-81C6-794A60D08F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-10650047" y="1495778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2025, 1,503 universities, the single source of truth every other table keys off.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1BD3054-C5E7-0FFE-F7D3-BF70F25231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10625333" y="827198"/>
            <a:ext cx="3888000" cy="7056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MASTER (Hub)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46B59CD-E12B-4FEB-F117-5E3F30DC3E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24633" y="4732038"/>
            <a:ext cx="6786809" cy="492154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UcPeriod"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International Student Analysis, Faculty-To-Student Ratio Analysis </a:t>
            </a:r>
          </a:p>
          <a:p>
            <a:pPr marL="514350" indent="-514350">
              <a:buFont typeface="+mj-lt"/>
              <a:buAutoNum type="romanUcPeriod"/>
            </a:pP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Student Diversity Trends, </a:t>
            </a:r>
            <a:r>
              <a:rPr lang="en-IN" dirty="0" err="1">
                <a:solidFill>
                  <a:schemeClr val="bg1">
                    <a:lumMod val="85000"/>
                  </a:schemeClr>
                </a:solidFill>
              </a:rPr>
              <a:t>Enrollments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Comparisons, Student Distribution Analysis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Avg. Female Percentage, Avg. Male Percentage, Avg. Employment Outcome, Total Students, Total Global Students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01B4D97-9669-5354-EE24-72FF4D7CB49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2285" y="-1625265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WUR 2023, 812 universities, enrollment and diversity indicators.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3073F0B7-9F1B-C327-3B0F-B4F0696B425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-2848217" y="15194426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World Bank EdStats, 33,450 rows, country level indicators by year.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59BA5B1-897D-52CB-D8CE-363EFC8262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58901" y="3566088"/>
            <a:ext cx="3888000" cy="705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>
                <a:solidFill>
                  <a:srgbClr val="E8C4F2"/>
                </a:solidFill>
              </a:rPr>
              <a:t>Student Analytics:</a:t>
            </a:r>
            <a:endParaRPr lang="en-ID" sz="3000" u="sng" dirty="0">
              <a:solidFill>
                <a:srgbClr val="E8C4F2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A67776B-AD5E-9868-4218-3CA2FE78C1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6999" y="-2264044"/>
            <a:ext cx="3888000" cy="705600"/>
          </a:xfrm>
        </p:spPr>
        <p:txBody>
          <a:bodyPr>
            <a:noAutofit/>
          </a:bodyPr>
          <a:lstStyle/>
          <a:p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STUDENT DATA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A84A0EA9-F8AF-EF3B-BF3B-0833DA9FF1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-2823503" y="14525846"/>
            <a:ext cx="3888000" cy="705600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COUNTRY COMPARISON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F594A56-EA11-9E79-2ED9-E8DC636E96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50501" y="30699"/>
            <a:ext cx="8992800" cy="3787200"/>
          </a:xfrm>
        </p:spPr>
        <p:txBody>
          <a:bodyPr>
            <a:normAutofit/>
          </a:bodyPr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</a:t>
            </a:r>
            <a:r>
              <a:rPr lang="en-US" sz="12000" i="1" dirty="0">
                <a:solidFill>
                  <a:schemeClr val="bg1"/>
                </a:solidFill>
                <a:latin typeface="Playfair Display" pitchFamily="2" charset="0"/>
              </a:rPr>
              <a:t>Model</a:t>
            </a:r>
          </a:p>
          <a:p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D6E61D7-4989-21B9-5CC2-38B48F891EA1}"/>
              </a:ext>
            </a:extLst>
          </p:cNvPr>
          <p:cNvSpPr/>
          <p:nvPr/>
        </p:nvSpPr>
        <p:spPr>
          <a:xfrm rot="11746791">
            <a:off x="-5998601" y="574795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EC2496B2-2C11-098B-833E-5D5BCE0AADFE}"/>
              </a:ext>
            </a:extLst>
          </p:cNvPr>
          <p:cNvSpPr/>
          <p:nvPr/>
        </p:nvSpPr>
        <p:spPr>
          <a:xfrm rot="946791">
            <a:off x="-6037263" y="563871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37C91549-B8F6-F63B-13FC-4009DAA258BB}"/>
              </a:ext>
            </a:extLst>
          </p:cNvPr>
          <p:cNvSpPr>
            <a:spLocks/>
          </p:cNvSpPr>
          <p:nvPr/>
        </p:nvSpPr>
        <p:spPr bwMode="auto">
          <a:xfrm rot="2996406">
            <a:off x="1171287" y="54528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F90184C1-081B-9E3D-FD6D-E9202C90DCD1}"/>
              </a:ext>
            </a:extLst>
          </p:cNvPr>
          <p:cNvSpPr>
            <a:spLocks/>
          </p:cNvSpPr>
          <p:nvPr/>
        </p:nvSpPr>
        <p:spPr bwMode="auto">
          <a:xfrm rot="12810027">
            <a:off x="5067577" y="5665432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526C13A-645D-FD57-0239-57A6B10152E6}"/>
              </a:ext>
            </a:extLst>
          </p:cNvPr>
          <p:cNvGrpSpPr/>
          <p:nvPr/>
        </p:nvGrpSpPr>
        <p:grpSpPr>
          <a:xfrm rot="13288746">
            <a:off x="-4223145" y="2231004"/>
            <a:ext cx="8810624" cy="8828722"/>
            <a:chOff x="1132889" y="5525002"/>
            <a:chExt cx="2665997" cy="266599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42C61DF-9A06-0C8F-5DDD-63268093C577}"/>
                </a:ext>
              </a:extLst>
            </p:cNvPr>
            <p:cNvSpPr/>
            <p:nvPr/>
          </p:nvSpPr>
          <p:spPr>
            <a:xfrm>
              <a:off x="1132889" y="5525002"/>
              <a:ext cx="2665997" cy="2665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B2681C6-BDD7-D3BA-1E8C-FAD92A089B63}"/>
                </a:ext>
              </a:extLst>
            </p:cNvPr>
            <p:cNvGrpSpPr/>
            <p:nvPr/>
          </p:nvGrpSpPr>
          <p:grpSpPr>
            <a:xfrm>
              <a:off x="1360821" y="5752934"/>
              <a:ext cx="2210133" cy="2210132"/>
              <a:chOff x="15014074" y="623254"/>
              <a:chExt cx="5170698" cy="5170696"/>
            </a:xfrm>
          </p:grpSpPr>
          <p:sp>
            <p:nvSpPr>
              <p:cNvPr id="8" name="Freeform: Shape 3142">
                <a:extLst>
                  <a:ext uri="{FF2B5EF4-FFF2-40B4-BE49-F238E27FC236}">
                    <a16:creationId xmlns:a16="http://schemas.microsoft.com/office/drawing/2014/main" id="{44FB8446-C83E-20E8-7A0F-F5E926D4CE0A}"/>
                  </a:ext>
                </a:extLst>
              </p:cNvPr>
              <p:cNvSpPr/>
              <p:nvPr/>
            </p:nvSpPr>
            <p:spPr>
              <a:xfrm>
                <a:off x="15014074" y="623254"/>
                <a:ext cx="5170698" cy="51706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8" h="998">
                    <a:moveTo>
                      <a:pt x="998" y="499"/>
                    </a:moveTo>
                    <a:cubicBezTo>
                      <a:pt x="998" y="774"/>
                      <a:pt x="775" y="998"/>
                      <a:pt x="499" y="998"/>
                    </a:cubicBezTo>
                    <a:cubicBezTo>
                      <a:pt x="223" y="998"/>
                      <a:pt x="0" y="774"/>
                      <a:pt x="0" y="499"/>
                    </a:cubicBezTo>
                    <a:cubicBezTo>
                      <a:pt x="0" y="223"/>
                      <a:pt x="223" y="0"/>
                      <a:pt x="499" y="0"/>
                    </a:cubicBezTo>
                    <a:cubicBezTo>
                      <a:pt x="775" y="0"/>
                      <a:pt x="998" y="223"/>
                      <a:pt x="998" y="49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6018944-4464-0DA6-02C0-59CE8E8F493A}"/>
                  </a:ext>
                </a:extLst>
              </p:cNvPr>
              <p:cNvGrpSpPr/>
              <p:nvPr/>
            </p:nvGrpSpPr>
            <p:grpSpPr>
              <a:xfrm>
                <a:off x="15366757" y="623254"/>
                <a:ext cx="4812846" cy="4760982"/>
                <a:chOff x="9920359" y="5041467"/>
                <a:chExt cx="4812846" cy="4760982"/>
              </a:xfrm>
              <a:solidFill>
                <a:schemeClr val="bg1"/>
              </a:solidFill>
            </p:grpSpPr>
            <p:sp>
              <p:nvSpPr>
                <p:cNvPr id="10" name="Freeform: Shape 3143">
                  <a:extLst>
                    <a:ext uri="{FF2B5EF4-FFF2-40B4-BE49-F238E27FC236}">
                      <a16:creationId xmlns:a16="http://schemas.microsoft.com/office/drawing/2014/main" id="{31DD071A-FDBD-AF00-5DB4-58683F88E2FA}"/>
                    </a:ext>
                  </a:extLst>
                </p:cNvPr>
                <p:cNvSpPr/>
                <p:nvPr/>
              </p:nvSpPr>
              <p:spPr>
                <a:xfrm>
                  <a:off x="12964692" y="5399333"/>
                  <a:ext cx="1768513" cy="434089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2" h="838">
                      <a:moveTo>
                        <a:pt x="342" y="430"/>
                      </a:moveTo>
                      <a:cubicBezTo>
                        <a:pt x="342" y="247"/>
                        <a:pt x="244" y="87"/>
                        <a:pt x="98" y="0"/>
                      </a:cubicBezTo>
                      <a:cubicBezTo>
                        <a:pt x="97" y="0"/>
                        <a:pt x="97" y="0"/>
                        <a:pt x="96" y="0"/>
                      </a:cubicBezTo>
                      <a:cubicBezTo>
                        <a:pt x="88" y="0"/>
                        <a:pt x="83" y="3"/>
                        <a:pt x="81" y="10"/>
                      </a:cubicBezTo>
                      <a:cubicBezTo>
                        <a:pt x="80" y="18"/>
                        <a:pt x="81" y="28"/>
                        <a:pt x="85" y="45"/>
                      </a:cubicBezTo>
                      <a:cubicBezTo>
                        <a:pt x="88" y="61"/>
                        <a:pt x="102" y="56"/>
                        <a:pt x="110" y="58"/>
                      </a:cubicBezTo>
                      <a:cubicBezTo>
                        <a:pt x="118" y="60"/>
                        <a:pt x="123" y="74"/>
                        <a:pt x="123" y="74"/>
                      </a:cubicBezTo>
                      <a:cubicBezTo>
                        <a:pt x="123" y="74"/>
                        <a:pt x="145" y="79"/>
                        <a:pt x="143" y="85"/>
                      </a:cubicBezTo>
                      <a:cubicBezTo>
                        <a:pt x="140" y="91"/>
                        <a:pt x="141" y="95"/>
                        <a:pt x="147" y="104"/>
                      </a:cubicBezTo>
                      <a:cubicBezTo>
                        <a:pt x="153" y="113"/>
                        <a:pt x="145" y="124"/>
                        <a:pt x="137" y="135"/>
                      </a:cubicBezTo>
                      <a:cubicBezTo>
                        <a:pt x="129" y="146"/>
                        <a:pt x="123" y="147"/>
                        <a:pt x="113" y="146"/>
                      </a:cubicBezTo>
                      <a:cubicBezTo>
                        <a:pt x="102" y="146"/>
                        <a:pt x="81" y="153"/>
                        <a:pt x="76" y="156"/>
                      </a:cubicBezTo>
                      <a:cubicBezTo>
                        <a:pt x="71" y="158"/>
                        <a:pt x="70" y="157"/>
                        <a:pt x="84" y="184"/>
                      </a:cubicBezTo>
                      <a:cubicBezTo>
                        <a:pt x="98" y="211"/>
                        <a:pt x="113" y="210"/>
                        <a:pt x="137" y="208"/>
                      </a:cubicBezTo>
                      <a:cubicBezTo>
                        <a:pt x="160" y="205"/>
                        <a:pt x="150" y="188"/>
                        <a:pt x="152" y="178"/>
                      </a:cubicBezTo>
                      <a:cubicBezTo>
                        <a:pt x="154" y="168"/>
                        <a:pt x="158" y="167"/>
                        <a:pt x="164" y="170"/>
                      </a:cubicBezTo>
                      <a:cubicBezTo>
                        <a:pt x="171" y="174"/>
                        <a:pt x="187" y="185"/>
                        <a:pt x="191" y="179"/>
                      </a:cubicBezTo>
                      <a:cubicBezTo>
                        <a:pt x="196" y="174"/>
                        <a:pt x="198" y="181"/>
                        <a:pt x="200" y="198"/>
                      </a:cubicBezTo>
                      <a:cubicBezTo>
                        <a:pt x="202" y="214"/>
                        <a:pt x="215" y="203"/>
                        <a:pt x="222" y="196"/>
                      </a:cubicBezTo>
                      <a:cubicBezTo>
                        <a:pt x="228" y="190"/>
                        <a:pt x="232" y="205"/>
                        <a:pt x="234" y="214"/>
                      </a:cubicBezTo>
                      <a:cubicBezTo>
                        <a:pt x="237" y="223"/>
                        <a:pt x="243" y="218"/>
                        <a:pt x="246" y="213"/>
                      </a:cubicBezTo>
                      <a:cubicBezTo>
                        <a:pt x="249" y="208"/>
                        <a:pt x="253" y="208"/>
                        <a:pt x="253" y="208"/>
                      </a:cubicBezTo>
                      <a:cubicBezTo>
                        <a:pt x="253" y="208"/>
                        <a:pt x="258" y="221"/>
                        <a:pt x="262" y="228"/>
                      </a:cubicBezTo>
                      <a:cubicBezTo>
                        <a:pt x="267" y="234"/>
                        <a:pt x="280" y="230"/>
                        <a:pt x="295" y="241"/>
                      </a:cubicBezTo>
                      <a:cubicBezTo>
                        <a:pt x="311" y="251"/>
                        <a:pt x="307" y="270"/>
                        <a:pt x="307" y="270"/>
                      </a:cubicBezTo>
                      <a:cubicBezTo>
                        <a:pt x="295" y="265"/>
                        <a:pt x="289" y="268"/>
                        <a:pt x="274" y="268"/>
                      </a:cubicBezTo>
                      <a:cubicBezTo>
                        <a:pt x="259" y="268"/>
                        <a:pt x="250" y="259"/>
                        <a:pt x="236" y="246"/>
                      </a:cubicBezTo>
                      <a:cubicBezTo>
                        <a:pt x="222" y="233"/>
                        <a:pt x="208" y="229"/>
                        <a:pt x="208" y="229"/>
                      </a:cubicBezTo>
                      <a:cubicBezTo>
                        <a:pt x="208" y="229"/>
                        <a:pt x="190" y="231"/>
                        <a:pt x="169" y="225"/>
                      </a:cubicBezTo>
                      <a:cubicBezTo>
                        <a:pt x="148" y="218"/>
                        <a:pt x="135" y="222"/>
                        <a:pt x="114" y="225"/>
                      </a:cubicBezTo>
                      <a:cubicBezTo>
                        <a:pt x="93" y="228"/>
                        <a:pt x="78" y="237"/>
                        <a:pt x="73" y="248"/>
                      </a:cubicBezTo>
                      <a:cubicBezTo>
                        <a:pt x="67" y="258"/>
                        <a:pt x="53" y="263"/>
                        <a:pt x="35" y="273"/>
                      </a:cubicBezTo>
                      <a:cubicBezTo>
                        <a:pt x="17" y="281"/>
                        <a:pt x="15" y="301"/>
                        <a:pt x="15" y="301"/>
                      </a:cubicBezTo>
                      <a:cubicBezTo>
                        <a:pt x="15" y="301"/>
                        <a:pt x="14" y="343"/>
                        <a:pt x="7" y="362"/>
                      </a:cubicBezTo>
                      <a:cubicBezTo>
                        <a:pt x="0" y="381"/>
                        <a:pt x="-9" y="400"/>
                        <a:pt x="18" y="439"/>
                      </a:cubicBezTo>
                      <a:cubicBezTo>
                        <a:pt x="45" y="476"/>
                        <a:pt x="87" y="490"/>
                        <a:pt x="104" y="490"/>
                      </a:cubicBezTo>
                      <a:cubicBezTo>
                        <a:pt x="121" y="488"/>
                        <a:pt x="148" y="485"/>
                        <a:pt x="157" y="490"/>
                      </a:cubicBezTo>
                      <a:cubicBezTo>
                        <a:pt x="166" y="494"/>
                        <a:pt x="167" y="502"/>
                        <a:pt x="175" y="497"/>
                      </a:cubicBezTo>
                      <a:cubicBezTo>
                        <a:pt x="183" y="492"/>
                        <a:pt x="187" y="492"/>
                        <a:pt x="192" y="508"/>
                      </a:cubicBezTo>
                      <a:cubicBezTo>
                        <a:pt x="196" y="525"/>
                        <a:pt x="182" y="551"/>
                        <a:pt x="182" y="551"/>
                      </a:cubicBezTo>
                      <a:cubicBezTo>
                        <a:pt x="182" y="551"/>
                        <a:pt x="167" y="550"/>
                        <a:pt x="182" y="595"/>
                      </a:cubicBezTo>
                      <a:cubicBezTo>
                        <a:pt x="197" y="640"/>
                        <a:pt x="175" y="657"/>
                        <a:pt x="163" y="668"/>
                      </a:cubicBezTo>
                      <a:cubicBezTo>
                        <a:pt x="151" y="680"/>
                        <a:pt x="143" y="701"/>
                        <a:pt x="149" y="728"/>
                      </a:cubicBezTo>
                      <a:cubicBezTo>
                        <a:pt x="154" y="755"/>
                        <a:pt x="139" y="777"/>
                        <a:pt x="125" y="804"/>
                      </a:cubicBezTo>
                      <a:cubicBezTo>
                        <a:pt x="111" y="831"/>
                        <a:pt x="125" y="838"/>
                        <a:pt x="125" y="838"/>
                      </a:cubicBezTo>
                      <a:cubicBezTo>
                        <a:pt x="153" y="823"/>
                        <a:pt x="205" y="772"/>
                        <a:pt x="232" y="742"/>
                      </a:cubicBezTo>
                      <a:cubicBezTo>
                        <a:pt x="248" y="722"/>
                        <a:pt x="262" y="702"/>
                        <a:pt x="275" y="680"/>
                      </a:cubicBezTo>
                      <a:cubicBezTo>
                        <a:pt x="286" y="659"/>
                        <a:pt x="299" y="632"/>
                        <a:pt x="313" y="597"/>
                      </a:cubicBezTo>
                      <a:cubicBezTo>
                        <a:pt x="332" y="545"/>
                        <a:pt x="342" y="488"/>
                        <a:pt x="342" y="43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 dirty="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" name="Freeform: Shape 3144">
                  <a:extLst>
                    <a:ext uri="{FF2B5EF4-FFF2-40B4-BE49-F238E27FC236}">
                      <a16:creationId xmlns:a16="http://schemas.microsoft.com/office/drawing/2014/main" id="{1C55147E-33D5-FA36-1C2A-ACA09E9E36CD}"/>
                    </a:ext>
                  </a:extLst>
                </p:cNvPr>
                <p:cNvSpPr/>
                <p:nvPr/>
              </p:nvSpPr>
              <p:spPr>
                <a:xfrm>
                  <a:off x="9920359" y="5041467"/>
                  <a:ext cx="2209344" cy="47609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27" h="919">
                      <a:moveTo>
                        <a:pt x="45" y="310"/>
                      </a:moveTo>
                      <a:cubicBezTo>
                        <a:pt x="45" y="310"/>
                        <a:pt x="41" y="322"/>
                        <a:pt x="43" y="332"/>
                      </a:cubicBezTo>
                      <a:cubicBezTo>
                        <a:pt x="44" y="341"/>
                        <a:pt x="57" y="342"/>
                        <a:pt x="57" y="342"/>
                      </a:cubicBezTo>
                      <a:cubicBezTo>
                        <a:pt x="57" y="342"/>
                        <a:pt x="58" y="374"/>
                        <a:pt x="72" y="383"/>
                      </a:cubicBezTo>
                      <a:cubicBezTo>
                        <a:pt x="86" y="391"/>
                        <a:pt x="89" y="401"/>
                        <a:pt x="92" y="417"/>
                      </a:cubicBezTo>
                      <a:cubicBezTo>
                        <a:pt x="95" y="432"/>
                        <a:pt x="71" y="453"/>
                        <a:pt x="60" y="477"/>
                      </a:cubicBezTo>
                      <a:cubicBezTo>
                        <a:pt x="49" y="501"/>
                        <a:pt x="52" y="509"/>
                        <a:pt x="57" y="537"/>
                      </a:cubicBezTo>
                      <a:cubicBezTo>
                        <a:pt x="62" y="564"/>
                        <a:pt x="113" y="609"/>
                        <a:pt x="113" y="609"/>
                      </a:cubicBezTo>
                      <a:cubicBezTo>
                        <a:pt x="105" y="628"/>
                        <a:pt x="116" y="645"/>
                        <a:pt x="119" y="649"/>
                      </a:cubicBezTo>
                      <a:cubicBezTo>
                        <a:pt x="122" y="653"/>
                        <a:pt x="123" y="661"/>
                        <a:pt x="123" y="661"/>
                      </a:cubicBezTo>
                      <a:cubicBezTo>
                        <a:pt x="123" y="661"/>
                        <a:pt x="117" y="699"/>
                        <a:pt x="112" y="716"/>
                      </a:cubicBezTo>
                      <a:cubicBezTo>
                        <a:pt x="107" y="732"/>
                        <a:pt x="117" y="740"/>
                        <a:pt x="117" y="740"/>
                      </a:cubicBezTo>
                      <a:cubicBezTo>
                        <a:pt x="117" y="740"/>
                        <a:pt x="115" y="754"/>
                        <a:pt x="113" y="769"/>
                      </a:cubicBezTo>
                      <a:cubicBezTo>
                        <a:pt x="111" y="784"/>
                        <a:pt x="112" y="805"/>
                        <a:pt x="117" y="815"/>
                      </a:cubicBezTo>
                      <a:cubicBezTo>
                        <a:pt x="121" y="825"/>
                        <a:pt x="127" y="869"/>
                        <a:pt x="127" y="869"/>
                      </a:cubicBezTo>
                      <a:cubicBezTo>
                        <a:pt x="156" y="912"/>
                        <a:pt x="183" y="919"/>
                        <a:pt x="183" y="919"/>
                      </a:cubicBezTo>
                      <a:cubicBezTo>
                        <a:pt x="183" y="919"/>
                        <a:pt x="178" y="877"/>
                        <a:pt x="174" y="855"/>
                      </a:cubicBezTo>
                      <a:cubicBezTo>
                        <a:pt x="169" y="833"/>
                        <a:pt x="215" y="796"/>
                        <a:pt x="226" y="791"/>
                      </a:cubicBezTo>
                      <a:cubicBezTo>
                        <a:pt x="237" y="786"/>
                        <a:pt x="247" y="781"/>
                        <a:pt x="250" y="774"/>
                      </a:cubicBezTo>
                      <a:cubicBezTo>
                        <a:pt x="253" y="767"/>
                        <a:pt x="278" y="717"/>
                        <a:pt x="309" y="706"/>
                      </a:cubicBezTo>
                      <a:cubicBezTo>
                        <a:pt x="341" y="695"/>
                        <a:pt x="358" y="669"/>
                        <a:pt x="360" y="659"/>
                      </a:cubicBezTo>
                      <a:cubicBezTo>
                        <a:pt x="362" y="651"/>
                        <a:pt x="381" y="620"/>
                        <a:pt x="399" y="594"/>
                      </a:cubicBezTo>
                      <a:cubicBezTo>
                        <a:pt x="417" y="568"/>
                        <a:pt x="398" y="549"/>
                        <a:pt x="382" y="540"/>
                      </a:cubicBezTo>
                      <a:cubicBezTo>
                        <a:pt x="367" y="531"/>
                        <a:pt x="343" y="522"/>
                        <a:pt x="334" y="521"/>
                      </a:cubicBezTo>
                      <a:cubicBezTo>
                        <a:pt x="326" y="520"/>
                        <a:pt x="316" y="498"/>
                        <a:pt x="308" y="483"/>
                      </a:cubicBezTo>
                      <a:cubicBezTo>
                        <a:pt x="300" y="468"/>
                        <a:pt x="277" y="436"/>
                        <a:pt x="271" y="433"/>
                      </a:cubicBezTo>
                      <a:cubicBezTo>
                        <a:pt x="266" y="430"/>
                        <a:pt x="243" y="426"/>
                        <a:pt x="229" y="409"/>
                      </a:cubicBezTo>
                      <a:cubicBezTo>
                        <a:pt x="215" y="393"/>
                        <a:pt x="179" y="381"/>
                        <a:pt x="166" y="372"/>
                      </a:cubicBezTo>
                      <a:cubicBezTo>
                        <a:pt x="154" y="364"/>
                        <a:pt x="147" y="359"/>
                        <a:pt x="135" y="379"/>
                      </a:cubicBezTo>
                      <a:cubicBezTo>
                        <a:pt x="122" y="400"/>
                        <a:pt x="105" y="382"/>
                        <a:pt x="90" y="377"/>
                      </a:cubicBezTo>
                      <a:cubicBezTo>
                        <a:pt x="74" y="372"/>
                        <a:pt x="76" y="347"/>
                        <a:pt x="78" y="336"/>
                      </a:cubicBezTo>
                      <a:cubicBezTo>
                        <a:pt x="81" y="324"/>
                        <a:pt x="75" y="322"/>
                        <a:pt x="75" y="322"/>
                      </a:cubicBezTo>
                      <a:cubicBezTo>
                        <a:pt x="64" y="320"/>
                        <a:pt x="67" y="312"/>
                        <a:pt x="85" y="293"/>
                      </a:cubicBezTo>
                      <a:cubicBezTo>
                        <a:pt x="103" y="274"/>
                        <a:pt x="74" y="274"/>
                        <a:pt x="54" y="277"/>
                      </a:cubicBezTo>
                      <a:cubicBezTo>
                        <a:pt x="34" y="280"/>
                        <a:pt x="45" y="193"/>
                        <a:pt x="104" y="195"/>
                      </a:cubicBezTo>
                      <a:cubicBezTo>
                        <a:pt x="162" y="198"/>
                        <a:pt x="145" y="214"/>
                        <a:pt x="158" y="237"/>
                      </a:cubicBezTo>
                      <a:cubicBezTo>
                        <a:pt x="172" y="260"/>
                        <a:pt x="173" y="237"/>
                        <a:pt x="173" y="237"/>
                      </a:cubicBezTo>
                      <a:lnTo>
                        <a:pt x="180" y="191"/>
                      </a:lnTo>
                      <a:cubicBezTo>
                        <a:pt x="198" y="190"/>
                        <a:pt x="209" y="182"/>
                        <a:pt x="221" y="174"/>
                      </a:cubicBezTo>
                      <a:cubicBezTo>
                        <a:pt x="233" y="167"/>
                        <a:pt x="261" y="162"/>
                        <a:pt x="276" y="151"/>
                      </a:cubicBezTo>
                      <a:cubicBezTo>
                        <a:pt x="291" y="140"/>
                        <a:pt x="296" y="148"/>
                        <a:pt x="320" y="145"/>
                      </a:cubicBezTo>
                      <a:cubicBezTo>
                        <a:pt x="345" y="142"/>
                        <a:pt x="350" y="129"/>
                        <a:pt x="357" y="126"/>
                      </a:cubicBezTo>
                      <a:cubicBezTo>
                        <a:pt x="363" y="123"/>
                        <a:pt x="365" y="143"/>
                        <a:pt x="385" y="134"/>
                      </a:cubicBezTo>
                      <a:cubicBezTo>
                        <a:pt x="405" y="125"/>
                        <a:pt x="406" y="92"/>
                        <a:pt x="406" y="92"/>
                      </a:cubicBezTo>
                      <a:cubicBezTo>
                        <a:pt x="406" y="92"/>
                        <a:pt x="403" y="92"/>
                        <a:pt x="394" y="97"/>
                      </a:cubicBezTo>
                      <a:cubicBezTo>
                        <a:pt x="385" y="101"/>
                        <a:pt x="399" y="79"/>
                        <a:pt x="401" y="69"/>
                      </a:cubicBezTo>
                      <a:cubicBezTo>
                        <a:pt x="402" y="59"/>
                        <a:pt x="397" y="63"/>
                        <a:pt x="382" y="50"/>
                      </a:cubicBezTo>
                      <a:cubicBezTo>
                        <a:pt x="368" y="37"/>
                        <a:pt x="359" y="55"/>
                        <a:pt x="354" y="60"/>
                      </a:cubicBezTo>
                      <a:cubicBezTo>
                        <a:pt x="348" y="64"/>
                        <a:pt x="342" y="60"/>
                        <a:pt x="338" y="59"/>
                      </a:cubicBezTo>
                      <a:cubicBezTo>
                        <a:pt x="334" y="57"/>
                        <a:pt x="333" y="60"/>
                        <a:pt x="333" y="60"/>
                      </a:cubicBezTo>
                      <a:cubicBezTo>
                        <a:pt x="333" y="60"/>
                        <a:pt x="329" y="70"/>
                        <a:pt x="307" y="84"/>
                      </a:cubicBezTo>
                      <a:cubicBezTo>
                        <a:pt x="285" y="98"/>
                        <a:pt x="290" y="75"/>
                        <a:pt x="287" y="62"/>
                      </a:cubicBezTo>
                      <a:cubicBezTo>
                        <a:pt x="283" y="49"/>
                        <a:pt x="299" y="44"/>
                        <a:pt x="310" y="35"/>
                      </a:cubicBezTo>
                      <a:cubicBezTo>
                        <a:pt x="320" y="27"/>
                        <a:pt x="331" y="21"/>
                        <a:pt x="336" y="26"/>
                      </a:cubicBezTo>
                      <a:cubicBezTo>
                        <a:pt x="341" y="30"/>
                        <a:pt x="350" y="31"/>
                        <a:pt x="366" y="25"/>
                      </a:cubicBezTo>
                      <a:cubicBezTo>
                        <a:pt x="382" y="18"/>
                        <a:pt x="394" y="40"/>
                        <a:pt x="394" y="40"/>
                      </a:cubicBezTo>
                      <a:cubicBezTo>
                        <a:pt x="429" y="35"/>
                        <a:pt x="429" y="13"/>
                        <a:pt x="425" y="0"/>
                      </a:cubicBezTo>
                      <a:cubicBezTo>
                        <a:pt x="244" y="1"/>
                        <a:pt x="85" y="100"/>
                        <a:pt x="0" y="247"/>
                      </a:cubicBezTo>
                      <a:cubicBezTo>
                        <a:pt x="0" y="260"/>
                        <a:pt x="2" y="276"/>
                        <a:pt x="7" y="285"/>
                      </a:cubicBezTo>
                      <a:cubicBezTo>
                        <a:pt x="17" y="304"/>
                        <a:pt x="45" y="310"/>
                        <a:pt x="45" y="31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" name="Freeform: Shape 3145">
                  <a:extLst>
                    <a:ext uri="{FF2B5EF4-FFF2-40B4-BE49-F238E27FC236}">
                      <a16:creationId xmlns:a16="http://schemas.microsoft.com/office/drawing/2014/main" id="{DF10C5DF-747B-5D84-6761-4D05AFDB4969}"/>
                    </a:ext>
                  </a:extLst>
                </p:cNvPr>
                <p:cNvSpPr/>
                <p:nvPr/>
              </p:nvSpPr>
              <p:spPr>
                <a:xfrm>
                  <a:off x="12140062" y="5041467"/>
                  <a:ext cx="586046" cy="4615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4" h="90">
                      <a:moveTo>
                        <a:pt x="0" y="43"/>
                      </a:moveTo>
                      <a:cubicBezTo>
                        <a:pt x="0" y="60"/>
                        <a:pt x="14" y="79"/>
                        <a:pt x="14" y="79"/>
                      </a:cubicBezTo>
                      <a:cubicBezTo>
                        <a:pt x="14" y="79"/>
                        <a:pt x="19" y="85"/>
                        <a:pt x="27" y="89"/>
                      </a:cubicBezTo>
                      <a:cubicBezTo>
                        <a:pt x="35" y="93"/>
                        <a:pt x="37" y="86"/>
                        <a:pt x="37" y="86"/>
                      </a:cubicBezTo>
                      <a:cubicBezTo>
                        <a:pt x="37" y="86"/>
                        <a:pt x="61" y="59"/>
                        <a:pt x="65" y="51"/>
                      </a:cubicBezTo>
                      <a:cubicBezTo>
                        <a:pt x="71" y="44"/>
                        <a:pt x="77" y="41"/>
                        <a:pt x="91" y="38"/>
                      </a:cubicBezTo>
                      <a:cubicBezTo>
                        <a:pt x="100" y="36"/>
                        <a:pt x="109" y="23"/>
                        <a:pt x="114" y="12"/>
                      </a:cubicBezTo>
                      <a:cubicBezTo>
                        <a:pt x="81" y="4"/>
                        <a:pt x="46" y="0"/>
                        <a:pt x="11" y="0"/>
                      </a:cubicBezTo>
                      <a:cubicBezTo>
                        <a:pt x="9" y="7"/>
                        <a:pt x="6" y="16"/>
                        <a:pt x="3" y="20"/>
                      </a:cubicBezTo>
                      <a:cubicBezTo>
                        <a:pt x="1" y="26"/>
                        <a:pt x="0" y="25"/>
                        <a:pt x="0" y="43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" name="Freeform: Shape 3146">
                  <a:extLst>
                    <a:ext uri="{FF2B5EF4-FFF2-40B4-BE49-F238E27FC236}">
                      <a16:creationId xmlns:a16="http://schemas.microsoft.com/office/drawing/2014/main" id="{59645674-AFD9-4922-CD62-E49F7B42DEC2}"/>
                    </a:ext>
                  </a:extLst>
                </p:cNvPr>
                <p:cNvSpPr/>
                <p:nvPr/>
              </p:nvSpPr>
              <p:spPr>
                <a:xfrm>
                  <a:off x="12508301" y="5337098"/>
                  <a:ext cx="238568" cy="15558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" h="31">
                      <a:moveTo>
                        <a:pt x="9" y="8"/>
                      </a:moveTo>
                      <a:cubicBezTo>
                        <a:pt x="-10" y="15"/>
                        <a:pt x="6" y="24"/>
                        <a:pt x="6" y="24"/>
                      </a:cubicBezTo>
                      <a:cubicBezTo>
                        <a:pt x="18" y="30"/>
                        <a:pt x="23" y="30"/>
                        <a:pt x="32" y="31"/>
                      </a:cubicBezTo>
                      <a:cubicBezTo>
                        <a:pt x="41" y="32"/>
                        <a:pt x="38" y="27"/>
                        <a:pt x="38" y="27"/>
                      </a:cubicBezTo>
                      <a:lnTo>
                        <a:pt x="40" y="19"/>
                      </a:lnTo>
                      <a:cubicBezTo>
                        <a:pt x="40" y="19"/>
                        <a:pt x="53" y="15"/>
                        <a:pt x="43" y="5"/>
                      </a:cubicBezTo>
                      <a:cubicBezTo>
                        <a:pt x="34" y="-5"/>
                        <a:pt x="27" y="2"/>
                        <a:pt x="9" y="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" name="Freeform: Shape 3147">
                  <a:extLst>
                    <a:ext uri="{FF2B5EF4-FFF2-40B4-BE49-F238E27FC236}">
                      <a16:creationId xmlns:a16="http://schemas.microsoft.com/office/drawing/2014/main" id="{58ADE061-1FD1-3418-16AC-3803947B6E05}"/>
                    </a:ext>
                  </a:extLst>
                </p:cNvPr>
                <p:cNvSpPr/>
                <p:nvPr/>
              </p:nvSpPr>
              <p:spPr>
                <a:xfrm>
                  <a:off x="13229176" y="5653459"/>
                  <a:ext cx="305989" cy="34747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" h="68">
                      <a:moveTo>
                        <a:pt x="12" y="38"/>
                      </a:moveTo>
                      <a:lnTo>
                        <a:pt x="20" y="34"/>
                      </a:lnTo>
                      <a:cubicBezTo>
                        <a:pt x="20" y="34"/>
                        <a:pt x="23" y="55"/>
                        <a:pt x="28" y="64"/>
                      </a:cubicBezTo>
                      <a:cubicBezTo>
                        <a:pt x="34" y="72"/>
                        <a:pt x="45" y="65"/>
                        <a:pt x="56" y="58"/>
                      </a:cubicBezTo>
                      <a:cubicBezTo>
                        <a:pt x="66" y="52"/>
                        <a:pt x="53" y="35"/>
                        <a:pt x="47" y="25"/>
                      </a:cubicBezTo>
                      <a:cubicBezTo>
                        <a:pt x="41" y="17"/>
                        <a:pt x="32" y="14"/>
                        <a:pt x="32" y="14"/>
                      </a:cubicBezTo>
                      <a:cubicBezTo>
                        <a:pt x="32" y="14"/>
                        <a:pt x="27" y="0"/>
                        <a:pt x="16" y="0"/>
                      </a:cubicBezTo>
                      <a:cubicBezTo>
                        <a:pt x="4" y="0"/>
                        <a:pt x="9" y="10"/>
                        <a:pt x="10" y="14"/>
                      </a:cubicBezTo>
                      <a:cubicBezTo>
                        <a:pt x="10" y="18"/>
                        <a:pt x="7" y="20"/>
                        <a:pt x="4" y="23"/>
                      </a:cubicBezTo>
                      <a:cubicBezTo>
                        <a:pt x="1" y="26"/>
                        <a:pt x="-2" y="32"/>
                        <a:pt x="1" y="38"/>
                      </a:cubicBezTo>
                      <a:cubicBezTo>
                        <a:pt x="4" y="44"/>
                        <a:pt x="12" y="38"/>
                        <a:pt x="12" y="3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" name="Freeform: Shape 3148">
                  <a:extLst>
                    <a:ext uri="{FF2B5EF4-FFF2-40B4-BE49-F238E27FC236}">
                      <a16:creationId xmlns:a16="http://schemas.microsoft.com/office/drawing/2014/main" id="{7FEFF293-667D-640A-7F84-E21274958260}"/>
                    </a:ext>
                  </a:extLst>
                </p:cNvPr>
                <p:cNvSpPr/>
                <p:nvPr/>
              </p:nvSpPr>
              <p:spPr>
                <a:xfrm>
                  <a:off x="10584185" y="6415839"/>
                  <a:ext cx="363038" cy="12447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1" h="25">
                      <a:moveTo>
                        <a:pt x="45" y="15"/>
                      </a:moveTo>
                      <a:cubicBezTo>
                        <a:pt x="38" y="15"/>
                        <a:pt x="32" y="5"/>
                        <a:pt x="25" y="2"/>
                      </a:cubicBezTo>
                      <a:cubicBezTo>
                        <a:pt x="18" y="-1"/>
                        <a:pt x="14" y="-1"/>
                        <a:pt x="3" y="8"/>
                      </a:cubicBezTo>
                      <a:cubicBezTo>
                        <a:pt x="-8" y="17"/>
                        <a:pt x="14" y="19"/>
                        <a:pt x="14" y="19"/>
                      </a:cubicBezTo>
                      <a:cubicBezTo>
                        <a:pt x="14" y="19"/>
                        <a:pt x="36" y="29"/>
                        <a:pt x="62" y="24"/>
                      </a:cubicBezTo>
                      <a:cubicBezTo>
                        <a:pt x="87" y="20"/>
                        <a:pt x="51" y="15"/>
                        <a:pt x="45" y="1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" name="Freeform: Shape 3149">
                  <a:extLst>
                    <a:ext uri="{FF2B5EF4-FFF2-40B4-BE49-F238E27FC236}">
                      <a16:creationId xmlns:a16="http://schemas.microsoft.com/office/drawing/2014/main" id="{A92AEFED-5318-595F-D4ED-6047EB20C575}"/>
                    </a:ext>
                  </a:extLst>
                </p:cNvPr>
                <p:cNvSpPr/>
                <p:nvPr/>
              </p:nvSpPr>
              <p:spPr>
                <a:xfrm>
                  <a:off x="10864242" y="6618089"/>
                  <a:ext cx="233381" cy="9335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" h="19">
                      <a:moveTo>
                        <a:pt x="30" y="1"/>
                      </a:moveTo>
                      <a:cubicBezTo>
                        <a:pt x="22" y="-2"/>
                        <a:pt x="17" y="4"/>
                        <a:pt x="8" y="8"/>
                      </a:cubicBezTo>
                      <a:cubicBezTo>
                        <a:pt x="0" y="12"/>
                        <a:pt x="-4" y="18"/>
                        <a:pt x="5" y="16"/>
                      </a:cubicBezTo>
                      <a:cubicBezTo>
                        <a:pt x="13" y="14"/>
                        <a:pt x="28" y="16"/>
                        <a:pt x="28" y="16"/>
                      </a:cubicBezTo>
                      <a:cubicBezTo>
                        <a:pt x="28" y="16"/>
                        <a:pt x="41" y="24"/>
                        <a:pt x="45" y="16"/>
                      </a:cubicBezTo>
                      <a:cubicBezTo>
                        <a:pt x="48" y="9"/>
                        <a:pt x="38" y="5"/>
                        <a:pt x="30" y="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  <p:sp>
        <p:nvSpPr>
          <p:cNvPr id="23" name="Freeform 5">
            <a:extLst>
              <a:ext uri="{FF2B5EF4-FFF2-40B4-BE49-F238E27FC236}">
                <a16:creationId xmlns:a16="http://schemas.microsoft.com/office/drawing/2014/main" id="{A548A34F-6538-1E66-D550-20E5611F31C7}"/>
              </a:ext>
            </a:extLst>
          </p:cNvPr>
          <p:cNvSpPr>
            <a:spLocks/>
          </p:cNvSpPr>
          <p:nvPr/>
        </p:nvSpPr>
        <p:spPr bwMode="auto">
          <a:xfrm rot="18688746">
            <a:off x="-1050407" y="11726538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53C30C2-FC0B-47BB-27BF-9313E968777F}"/>
              </a:ext>
            </a:extLst>
          </p:cNvPr>
          <p:cNvGrpSpPr>
            <a:grpSpLocks noChangeAspect="1"/>
          </p:cNvGrpSpPr>
          <p:nvPr/>
        </p:nvGrpSpPr>
        <p:grpSpPr>
          <a:xfrm>
            <a:off x="5805926" y="6401438"/>
            <a:ext cx="922232" cy="913123"/>
            <a:chOff x="6383340" y="8029576"/>
            <a:chExt cx="765176" cy="762000"/>
          </a:xfrm>
          <a:solidFill>
            <a:schemeClr val="bg1"/>
          </a:solidFill>
        </p:grpSpPr>
        <p:sp>
          <p:nvSpPr>
            <p:cNvPr id="41" name="Freeform 918">
              <a:extLst>
                <a:ext uri="{FF2B5EF4-FFF2-40B4-BE49-F238E27FC236}">
                  <a16:creationId xmlns:a16="http://schemas.microsoft.com/office/drawing/2014/main" id="{A8B8AEF5-E95E-3B9A-3B4B-C620967531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6528" y="8131176"/>
              <a:ext cx="560388" cy="558800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39" y="176"/>
                    <a:pt x="0" y="137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7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19">
              <a:extLst>
                <a:ext uri="{FF2B5EF4-FFF2-40B4-BE49-F238E27FC236}">
                  <a16:creationId xmlns:a16="http://schemas.microsoft.com/office/drawing/2014/main" id="{CCB7DD1E-05FE-9F85-BFAF-33151266F3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3528" y="8258176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920">
              <a:extLst>
                <a:ext uri="{FF2B5EF4-FFF2-40B4-BE49-F238E27FC236}">
                  <a16:creationId xmlns:a16="http://schemas.microsoft.com/office/drawing/2014/main" id="{723FEF76-DC65-29AF-9430-AD3FF328B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228" y="8029576"/>
              <a:ext cx="25400" cy="762000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921">
              <a:extLst>
                <a:ext uri="{FF2B5EF4-FFF2-40B4-BE49-F238E27FC236}">
                  <a16:creationId xmlns:a16="http://schemas.microsoft.com/office/drawing/2014/main" id="{EA0DE41A-637B-9405-A3A9-4B96E753B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40" y="8397876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0" name="Freeform 5">
            <a:extLst>
              <a:ext uri="{FF2B5EF4-FFF2-40B4-BE49-F238E27FC236}">
                <a16:creationId xmlns:a16="http://schemas.microsoft.com/office/drawing/2014/main" id="{11E5282B-5043-4CBA-515B-F89B00124E73}"/>
              </a:ext>
            </a:extLst>
          </p:cNvPr>
          <p:cNvSpPr>
            <a:spLocks/>
          </p:cNvSpPr>
          <p:nvPr/>
        </p:nvSpPr>
        <p:spPr bwMode="auto">
          <a:xfrm rot="17055986">
            <a:off x="-5650795" y="1844400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D6CD99-DF74-2CFB-03A6-85D48522D2D2}"/>
              </a:ext>
            </a:extLst>
          </p:cNvPr>
          <p:cNvGrpSpPr>
            <a:grpSpLocks noChangeAspect="1"/>
          </p:cNvGrpSpPr>
          <p:nvPr/>
        </p:nvGrpSpPr>
        <p:grpSpPr>
          <a:xfrm rot="17991069">
            <a:off x="-5071879" y="2580407"/>
            <a:ext cx="1241093" cy="913123"/>
            <a:chOff x="3692587" y="2316169"/>
            <a:chExt cx="1031882" cy="763588"/>
          </a:xfrm>
          <a:solidFill>
            <a:schemeClr val="bg1"/>
          </a:solidFill>
        </p:grpSpPr>
        <p:sp>
          <p:nvSpPr>
            <p:cNvPr id="46" name="Freeform 988">
              <a:extLst>
                <a:ext uri="{FF2B5EF4-FFF2-40B4-BE49-F238E27FC236}">
                  <a16:creationId xmlns:a16="http://schemas.microsoft.com/office/drawing/2014/main" id="{3CAC9E9B-2D8E-D155-E9D3-B07043FAC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876" y="2822582"/>
              <a:ext cx="763593" cy="257175"/>
            </a:xfrm>
            <a:custGeom>
              <a:avLst/>
              <a:gdLst>
                <a:gd name="T0" fmla="*/ 228 w 240"/>
                <a:gd name="T1" fmla="*/ 81 h 81"/>
                <a:gd name="T2" fmla="*/ 12 w 240"/>
                <a:gd name="T3" fmla="*/ 81 h 81"/>
                <a:gd name="T4" fmla="*/ 0 w 240"/>
                <a:gd name="T5" fmla="*/ 69 h 81"/>
                <a:gd name="T6" fmla="*/ 0 w 240"/>
                <a:gd name="T7" fmla="*/ 53 h 81"/>
                <a:gd name="T8" fmla="*/ 2 w 240"/>
                <a:gd name="T9" fmla="*/ 49 h 81"/>
                <a:gd name="T10" fmla="*/ 90 w 240"/>
                <a:gd name="T11" fmla="*/ 1 h 81"/>
                <a:gd name="T12" fmla="*/ 96 w 240"/>
                <a:gd name="T13" fmla="*/ 3 h 81"/>
                <a:gd name="T14" fmla="*/ 94 w 240"/>
                <a:gd name="T15" fmla="*/ 9 h 81"/>
                <a:gd name="T16" fmla="*/ 8 w 240"/>
                <a:gd name="T17" fmla="*/ 55 h 81"/>
                <a:gd name="T18" fmla="*/ 8 w 240"/>
                <a:gd name="T19" fmla="*/ 69 h 81"/>
                <a:gd name="T20" fmla="*/ 12 w 240"/>
                <a:gd name="T21" fmla="*/ 73 h 81"/>
                <a:gd name="T22" fmla="*/ 228 w 240"/>
                <a:gd name="T23" fmla="*/ 73 h 81"/>
                <a:gd name="T24" fmla="*/ 232 w 240"/>
                <a:gd name="T25" fmla="*/ 69 h 81"/>
                <a:gd name="T26" fmla="*/ 232 w 240"/>
                <a:gd name="T27" fmla="*/ 55 h 81"/>
                <a:gd name="T28" fmla="*/ 146 w 240"/>
                <a:gd name="T29" fmla="*/ 8 h 81"/>
                <a:gd name="T30" fmla="*/ 145 w 240"/>
                <a:gd name="T31" fmla="*/ 3 h 81"/>
                <a:gd name="T32" fmla="*/ 150 w 240"/>
                <a:gd name="T33" fmla="*/ 1 h 81"/>
                <a:gd name="T34" fmla="*/ 238 w 240"/>
                <a:gd name="T35" fmla="*/ 49 h 81"/>
                <a:gd name="T36" fmla="*/ 240 w 240"/>
                <a:gd name="T37" fmla="*/ 53 h 81"/>
                <a:gd name="T38" fmla="*/ 240 w 240"/>
                <a:gd name="T39" fmla="*/ 69 h 81"/>
                <a:gd name="T40" fmla="*/ 228 w 240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0" h="81">
                  <a:moveTo>
                    <a:pt x="228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5" y="1"/>
                    <a:pt x="96" y="3"/>
                  </a:cubicBezTo>
                  <a:cubicBezTo>
                    <a:pt x="97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228" y="73"/>
                    <a:pt x="228" y="73"/>
                    <a:pt x="228" y="73"/>
                  </a:cubicBezTo>
                  <a:cubicBezTo>
                    <a:pt x="230" y="73"/>
                    <a:pt x="232" y="71"/>
                    <a:pt x="232" y="69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4" y="7"/>
                    <a:pt x="144" y="5"/>
                    <a:pt x="145" y="3"/>
                  </a:cubicBezTo>
                  <a:cubicBezTo>
                    <a:pt x="146" y="1"/>
                    <a:pt x="148" y="0"/>
                    <a:pt x="150" y="1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9" y="50"/>
                    <a:pt x="240" y="52"/>
                    <a:pt x="240" y="53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6"/>
                    <a:pt x="235" y="81"/>
                    <a:pt x="22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989">
              <a:extLst>
                <a:ext uri="{FF2B5EF4-FFF2-40B4-BE49-F238E27FC236}">
                  <a16:creationId xmlns:a16="http://schemas.microsoft.com/office/drawing/2014/main" id="{352F1B9D-2FA8-293E-A604-596577B17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78" y="2316169"/>
              <a:ext cx="407991" cy="538163"/>
            </a:xfrm>
            <a:custGeom>
              <a:avLst/>
              <a:gdLst>
                <a:gd name="T0" fmla="*/ 92 w 128"/>
                <a:gd name="T1" fmla="*/ 168 h 169"/>
                <a:gd name="T2" fmla="*/ 89 w 128"/>
                <a:gd name="T3" fmla="*/ 166 h 169"/>
                <a:gd name="T4" fmla="*/ 90 w 128"/>
                <a:gd name="T5" fmla="*/ 161 h 169"/>
                <a:gd name="T6" fmla="*/ 120 w 128"/>
                <a:gd name="T7" fmla="*/ 95 h 169"/>
                <a:gd name="T8" fmla="*/ 120 w 128"/>
                <a:gd name="T9" fmla="*/ 50 h 169"/>
                <a:gd name="T10" fmla="*/ 64 w 128"/>
                <a:gd name="T11" fmla="*/ 8 h 169"/>
                <a:gd name="T12" fmla="*/ 64 w 128"/>
                <a:gd name="T13" fmla="*/ 8 h 169"/>
                <a:gd name="T14" fmla="*/ 8 w 128"/>
                <a:gd name="T15" fmla="*/ 50 h 169"/>
                <a:gd name="T16" fmla="*/ 8 w 128"/>
                <a:gd name="T17" fmla="*/ 95 h 169"/>
                <a:gd name="T18" fmla="*/ 38 w 128"/>
                <a:gd name="T19" fmla="*/ 161 h 169"/>
                <a:gd name="T20" fmla="*/ 39 w 128"/>
                <a:gd name="T21" fmla="*/ 166 h 169"/>
                <a:gd name="T22" fmla="*/ 34 w 128"/>
                <a:gd name="T23" fmla="*/ 167 h 169"/>
                <a:gd name="T24" fmla="*/ 0 w 128"/>
                <a:gd name="T25" fmla="*/ 95 h 169"/>
                <a:gd name="T26" fmla="*/ 0 w 128"/>
                <a:gd name="T27" fmla="*/ 50 h 169"/>
                <a:gd name="T28" fmla="*/ 0 w 128"/>
                <a:gd name="T29" fmla="*/ 49 h 169"/>
                <a:gd name="T30" fmla="*/ 64 w 128"/>
                <a:gd name="T31" fmla="*/ 0 h 169"/>
                <a:gd name="T32" fmla="*/ 64 w 128"/>
                <a:gd name="T33" fmla="*/ 0 h 169"/>
                <a:gd name="T34" fmla="*/ 128 w 128"/>
                <a:gd name="T35" fmla="*/ 49 h 169"/>
                <a:gd name="T36" fmla="*/ 128 w 128"/>
                <a:gd name="T37" fmla="*/ 50 h 169"/>
                <a:gd name="T38" fmla="*/ 128 w 128"/>
                <a:gd name="T39" fmla="*/ 95 h 169"/>
                <a:gd name="T40" fmla="*/ 94 w 128"/>
                <a:gd name="T41" fmla="*/ 167 h 169"/>
                <a:gd name="T42" fmla="*/ 92 w 128"/>
                <a:gd name="T4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169">
                  <a:moveTo>
                    <a:pt x="92" y="168"/>
                  </a:moveTo>
                  <a:cubicBezTo>
                    <a:pt x="91" y="168"/>
                    <a:pt x="90" y="167"/>
                    <a:pt x="89" y="166"/>
                  </a:cubicBezTo>
                  <a:cubicBezTo>
                    <a:pt x="88" y="164"/>
                    <a:pt x="88" y="162"/>
                    <a:pt x="90" y="161"/>
                  </a:cubicBezTo>
                  <a:cubicBezTo>
                    <a:pt x="120" y="143"/>
                    <a:pt x="120" y="96"/>
                    <a:pt x="120" y="95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16" y="25"/>
                    <a:pt x="87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9" y="142"/>
                    <a:pt x="38" y="161"/>
                  </a:cubicBezTo>
                  <a:cubicBezTo>
                    <a:pt x="40" y="162"/>
                    <a:pt x="41" y="164"/>
                    <a:pt x="39" y="166"/>
                  </a:cubicBezTo>
                  <a:cubicBezTo>
                    <a:pt x="38" y="168"/>
                    <a:pt x="36" y="169"/>
                    <a:pt x="34" y="167"/>
                  </a:cubicBezTo>
                  <a:cubicBezTo>
                    <a:pt x="1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0"/>
                    <a:pt x="124" y="25"/>
                    <a:pt x="128" y="49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7"/>
                    <a:pt x="128" y="147"/>
                    <a:pt x="94" y="167"/>
                  </a:cubicBezTo>
                  <a:cubicBezTo>
                    <a:pt x="94" y="168"/>
                    <a:pt x="93" y="168"/>
                    <a:pt x="92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990">
              <a:extLst>
                <a:ext uri="{FF2B5EF4-FFF2-40B4-BE49-F238E27FC236}">
                  <a16:creationId xmlns:a16="http://schemas.microsoft.com/office/drawing/2014/main" id="{5AFF2960-2891-222D-DDDE-5C4485355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87" y="2822582"/>
              <a:ext cx="306390" cy="257175"/>
            </a:xfrm>
            <a:custGeom>
              <a:avLst/>
              <a:gdLst>
                <a:gd name="T0" fmla="*/ 64 w 96"/>
                <a:gd name="T1" fmla="*/ 81 h 81"/>
                <a:gd name="T2" fmla="*/ 64 w 96"/>
                <a:gd name="T3" fmla="*/ 81 h 81"/>
                <a:gd name="T4" fmla="*/ 12 w 96"/>
                <a:gd name="T5" fmla="*/ 81 h 81"/>
                <a:gd name="T6" fmla="*/ 0 w 96"/>
                <a:gd name="T7" fmla="*/ 69 h 81"/>
                <a:gd name="T8" fmla="*/ 0 w 96"/>
                <a:gd name="T9" fmla="*/ 53 h 81"/>
                <a:gd name="T10" fmla="*/ 2 w 96"/>
                <a:gd name="T11" fmla="*/ 49 h 81"/>
                <a:gd name="T12" fmla="*/ 90 w 96"/>
                <a:gd name="T13" fmla="*/ 1 h 81"/>
                <a:gd name="T14" fmla="*/ 95 w 96"/>
                <a:gd name="T15" fmla="*/ 3 h 81"/>
                <a:gd name="T16" fmla="*/ 94 w 96"/>
                <a:gd name="T17" fmla="*/ 9 h 81"/>
                <a:gd name="T18" fmla="*/ 8 w 96"/>
                <a:gd name="T19" fmla="*/ 55 h 81"/>
                <a:gd name="T20" fmla="*/ 8 w 96"/>
                <a:gd name="T21" fmla="*/ 69 h 81"/>
                <a:gd name="T22" fmla="*/ 12 w 96"/>
                <a:gd name="T23" fmla="*/ 73 h 81"/>
                <a:gd name="T24" fmla="*/ 64 w 96"/>
                <a:gd name="T25" fmla="*/ 73 h 81"/>
                <a:gd name="T26" fmla="*/ 68 w 96"/>
                <a:gd name="T27" fmla="*/ 77 h 81"/>
                <a:gd name="T28" fmla="*/ 64 w 96"/>
                <a:gd name="T2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81">
                  <a:moveTo>
                    <a:pt x="64" y="81"/>
                  </a:moveTo>
                  <a:cubicBezTo>
                    <a:pt x="64" y="81"/>
                    <a:pt x="64" y="81"/>
                    <a:pt x="64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4" y="1"/>
                    <a:pt x="95" y="3"/>
                  </a:cubicBezTo>
                  <a:cubicBezTo>
                    <a:pt x="96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6" y="73"/>
                    <a:pt x="68" y="75"/>
                    <a:pt x="68" y="77"/>
                  </a:cubicBezTo>
                  <a:cubicBezTo>
                    <a:pt x="68" y="79"/>
                    <a:pt x="66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991">
              <a:extLst>
                <a:ext uri="{FF2B5EF4-FFF2-40B4-BE49-F238E27FC236}">
                  <a16:creationId xmlns:a16="http://schemas.microsoft.com/office/drawing/2014/main" id="{F7856C22-ABE4-F106-72E4-2A778B86F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388" y="2316169"/>
              <a:ext cx="284165" cy="534988"/>
            </a:xfrm>
            <a:custGeom>
              <a:avLst/>
              <a:gdLst>
                <a:gd name="T0" fmla="*/ 36 w 89"/>
                <a:gd name="T1" fmla="*/ 168 h 168"/>
                <a:gd name="T2" fmla="*/ 34 w 89"/>
                <a:gd name="T3" fmla="*/ 167 h 168"/>
                <a:gd name="T4" fmla="*/ 0 w 89"/>
                <a:gd name="T5" fmla="*/ 95 h 168"/>
                <a:gd name="T6" fmla="*/ 0 w 89"/>
                <a:gd name="T7" fmla="*/ 50 h 168"/>
                <a:gd name="T8" fmla="*/ 0 w 89"/>
                <a:gd name="T9" fmla="*/ 49 h 168"/>
                <a:gd name="T10" fmla="*/ 64 w 89"/>
                <a:gd name="T11" fmla="*/ 0 h 168"/>
                <a:gd name="T12" fmla="*/ 64 w 89"/>
                <a:gd name="T13" fmla="*/ 0 h 168"/>
                <a:gd name="T14" fmla="*/ 85 w 89"/>
                <a:gd name="T15" fmla="*/ 4 h 168"/>
                <a:gd name="T16" fmla="*/ 88 w 89"/>
                <a:gd name="T17" fmla="*/ 9 h 168"/>
                <a:gd name="T18" fmla="*/ 83 w 89"/>
                <a:gd name="T19" fmla="*/ 11 h 168"/>
                <a:gd name="T20" fmla="*/ 64 w 89"/>
                <a:gd name="T21" fmla="*/ 8 h 168"/>
                <a:gd name="T22" fmla="*/ 64 w 89"/>
                <a:gd name="T23" fmla="*/ 8 h 168"/>
                <a:gd name="T24" fmla="*/ 8 w 89"/>
                <a:gd name="T25" fmla="*/ 50 h 168"/>
                <a:gd name="T26" fmla="*/ 8 w 89"/>
                <a:gd name="T27" fmla="*/ 95 h 168"/>
                <a:gd name="T28" fmla="*/ 38 w 89"/>
                <a:gd name="T29" fmla="*/ 161 h 168"/>
                <a:gd name="T30" fmla="*/ 39 w 89"/>
                <a:gd name="T31" fmla="*/ 166 h 168"/>
                <a:gd name="T32" fmla="*/ 36 w 89"/>
                <a:gd name="T3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68">
                  <a:moveTo>
                    <a:pt x="36" y="168"/>
                  </a:moveTo>
                  <a:cubicBezTo>
                    <a:pt x="35" y="168"/>
                    <a:pt x="34" y="168"/>
                    <a:pt x="34" y="167"/>
                  </a:cubicBezTo>
                  <a:cubicBezTo>
                    <a:pt x="0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0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1" y="0"/>
                    <a:pt x="78" y="1"/>
                    <a:pt x="85" y="4"/>
                  </a:cubicBezTo>
                  <a:cubicBezTo>
                    <a:pt x="88" y="5"/>
                    <a:pt x="89" y="7"/>
                    <a:pt x="88" y="9"/>
                  </a:cubicBezTo>
                  <a:cubicBezTo>
                    <a:pt x="87" y="11"/>
                    <a:pt x="85" y="12"/>
                    <a:pt x="83" y="11"/>
                  </a:cubicBezTo>
                  <a:cubicBezTo>
                    <a:pt x="77" y="9"/>
                    <a:pt x="70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8" y="142"/>
                    <a:pt x="38" y="161"/>
                  </a:cubicBezTo>
                  <a:cubicBezTo>
                    <a:pt x="40" y="162"/>
                    <a:pt x="40" y="164"/>
                    <a:pt x="39" y="166"/>
                  </a:cubicBezTo>
                  <a:cubicBezTo>
                    <a:pt x="38" y="167"/>
                    <a:pt x="37" y="168"/>
                    <a:pt x="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01CBCF1-016A-75DC-D454-C70102FAE85D}"/>
              </a:ext>
            </a:extLst>
          </p:cNvPr>
          <p:cNvGrpSpPr>
            <a:grpSpLocks noChangeAspect="1"/>
          </p:cNvGrpSpPr>
          <p:nvPr/>
        </p:nvGrpSpPr>
        <p:grpSpPr>
          <a:xfrm>
            <a:off x="-152139" y="12462546"/>
            <a:ext cx="602395" cy="913123"/>
            <a:chOff x="2768682" y="-1625593"/>
            <a:chExt cx="484189" cy="738188"/>
          </a:xfrm>
          <a:solidFill>
            <a:schemeClr val="bg1"/>
          </a:solidFill>
        </p:grpSpPr>
        <p:sp>
          <p:nvSpPr>
            <p:cNvPr id="51" name="Freeform 1330">
              <a:extLst>
                <a:ext uri="{FF2B5EF4-FFF2-40B4-BE49-F238E27FC236}">
                  <a16:creationId xmlns:a16="http://schemas.microsoft.com/office/drawing/2014/main" id="{A5545E31-D054-4F32-8E08-F93546962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632" y="-1187442"/>
              <a:ext cx="47625" cy="84138"/>
            </a:xfrm>
            <a:custGeom>
              <a:avLst/>
              <a:gdLst>
                <a:gd name="T0" fmla="*/ 10 w 15"/>
                <a:gd name="T1" fmla="*/ 26 h 26"/>
                <a:gd name="T2" fmla="*/ 10 w 15"/>
                <a:gd name="T3" fmla="*/ 26 h 26"/>
                <a:gd name="T4" fmla="*/ 6 w 15"/>
                <a:gd name="T5" fmla="*/ 22 h 26"/>
                <a:gd name="T6" fmla="*/ 6 w 15"/>
                <a:gd name="T7" fmla="*/ 22 h 26"/>
                <a:gd name="T8" fmla="*/ 2 w 15"/>
                <a:gd name="T9" fmla="*/ 8 h 26"/>
                <a:gd name="T10" fmla="*/ 2 w 15"/>
                <a:gd name="T11" fmla="*/ 2 h 26"/>
                <a:gd name="T12" fmla="*/ 8 w 15"/>
                <a:gd name="T13" fmla="*/ 2 h 26"/>
                <a:gd name="T14" fmla="*/ 14 w 15"/>
                <a:gd name="T15" fmla="*/ 23 h 26"/>
                <a:gd name="T16" fmla="*/ 10 w 15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7" y="26"/>
                    <a:pt x="6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19"/>
                    <a:pt x="6" y="11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5" y="9"/>
                    <a:pt x="14" y="22"/>
                    <a:pt x="14" y="23"/>
                  </a:cubicBezTo>
                  <a:cubicBezTo>
                    <a:pt x="14" y="25"/>
                    <a:pt x="12" y="26"/>
                    <a:pt x="1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331">
              <a:extLst>
                <a:ext uri="{FF2B5EF4-FFF2-40B4-BE49-F238E27FC236}">
                  <a16:creationId xmlns:a16="http://schemas.microsoft.com/office/drawing/2014/main" id="{FCB786FF-2A69-3BAE-3C79-042DB393C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708" y="-1187442"/>
              <a:ext cx="47625" cy="84138"/>
            </a:xfrm>
            <a:custGeom>
              <a:avLst/>
              <a:gdLst>
                <a:gd name="T0" fmla="*/ 5 w 15"/>
                <a:gd name="T1" fmla="*/ 26 h 26"/>
                <a:gd name="T2" fmla="*/ 1 w 15"/>
                <a:gd name="T3" fmla="*/ 23 h 26"/>
                <a:gd name="T4" fmla="*/ 8 w 15"/>
                <a:gd name="T5" fmla="*/ 2 h 26"/>
                <a:gd name="T6" fmla="*/ 13 w 15"/>
                <a:gd name="T7" fmla="*/ 2 h 26"/>
                <a:gd name="T8" fmla="*/ 13 w 15"/>
                <a:gd name="T9" fmla="*/ 8 h 26"/>
                <a:gd name="T10" fmla="*/ 9 w 15"/>
                <a:gd name="T11" fmla="*/ 22 h 26"/>
                <a:gd name="T12" fmla="*/ 5 w 15"/>
                <a:gd name="T13" fmla="*/ 26 h 26"/>
                <a:gd name="T14" fmla="*/ 5 w 15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6"/>
                    <a:pt x="1" y="25"/>
                    <a:pt x="1" y="23"/>
                  </a:cubicBezTo>
                  <a:cubicBezTo>
                    <a:pt x="1" y="21"/>
                    <a:pt x="0" y="9"/>
                    <a:pt x="8" y="2"/>
                  </a:cubicBezTo>
                  <a:cubicBezTo>
                    <a:pt x="9" y="0"/>
                    <a:pt x="12" y="1"/>
                    <a:pt x="13" y="2"/>
                  </a:cubicBezTo>
                  <a:cubicBezTo>
                    <a:pt x="15" y="4"/>
                    <a:pt x="15" y="6"/>
                    <a:pt x="13" y="8"/>
                  </a:cubicBezTo>
                  <a:cubicBezTo>
                    <a:pt x="9" y="11"/>
                    <a:pt x="9" y="19"/>
                    <a:pt x="9" y="22"/>
                  </a:cubicBezTo>
                  <a:cubicBezTo>
                    <a:pt x="9" y="24"/>
                    <a:pt x="8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332">
              <a:extLst>
                <a:ext uri="{FF2B5EF4-FFF2-40B4-BE49-F238E27FC236}">
                  <a16:creationId xmlns:a16="http://schemas.microsoft.com/office/drawing/2014/main" id="{E14E44FC-2476-A50F-027F-BED291CAA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82" y="-1625593"/>
              <a:ext cx="254001" cy="468313"/>
            </a:xfrm>
            <a:custGeom>
              <a:avLst/>
              <a:gdLst>
                <a:gd name="T0" fmla="*/ 39 w 80"/>
                <a:gd name="T1" fmla="*/ 147 h 147"/>
                <a:gd name="T2" fmla="*/ 36 w 80"/>
                <a:gd name="T3" fmla="*/ 146 h 147"/>
                <a:gd name="T4" fmla="*/ 0 w 80"/>
                <a:gd name="T5" fmla="*/ 79 h 147"/>
                <a:gd name="T6" fmla="*/ 76 w 80"/>
                <a:gd name="T7" fmla="*/ 0 h 147"/>
                <a:gd name="T8" fmla="*/ 80 w 80"/>
                <a:gd name="T9" fmla="*/ 4 h 147"/>
                <a:gd name="T10" fmla="*/ 76 w 80"/>
                <a:gd name="T11" fmla="*/ 8 h 147"/>
                <a:gd name="T12" fmla="*/ 8 w 80"/>
                <a:gd name="T13" fmla="*/ 79 h 147"/>
                <a:gd name="T14" fmla="*/ 41 w 80"/>
                <a:gd name="T15" fmla="*/ 140 h 147"/>
                <a:gd name="T16" fmla="*/ 42 w 80"/>
                <a:gd name="T17" fmla="*/ 145 h 147"/>
                <a:gd name="T18" fmla="*/ 39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39" y="147"/>
                  </a:moveTo>
                  <a:cubicBezTo>
                    <a:pt x="38" y="147"/>
                    <a:pt x="37" y="147"/>
                    <a:pt x="36" y="146"/>
                  </a:cubicBezTo>
                  <a:cubicBezTo>
                    <a:pt x="13" y="128"/>
                    <a:pt x="0" y="105"/>
                    <a:pt x="0" y="79"/>
                  </a:cubicBezTo>
                  <a:cubicBezTo>
                    <a:pt x="0" y="35"/>
                    <a:pt x="34" y="0"/>
                    <a:pt x="76" y="0"/>
                  </a:cubicBezTo>
                  <a:cubicBezTo>
                    <a:pt x="78" y="0"/>
                    <a:pt x="80" y="2"/>
                    <a:pt x="80" y="4"/>
                  </a:cubicBezTo>
                  <a:cubicBezTo>
                    <a:pt x="80" y="6"/>
                    <a:pt x="78" y="8"/>
                    <a:pt x="76" y="8"/>
                  </a:cubicBezTo>
                  <a:cubicBezTo>
                    <a:pt x="39" y="8"/>
                    <a:pt x="8" y="40"/>
                    <a:pt x="8" y="79"/>
                  </a:cubicBezTo>
                  <a:cubicBezTo>
                    <a:pt x="8" y="109"/>
                    <a:pt x="26" y="128"/>
                    <a:pt x="41" y="140"/>
                  </a:cubicBezTo>
                  <a:cubicBezTo>
                    <a:pt x="43" y="141"/>
                    <a:pt x="43" y="143"/>
                    <a:pt x="42" y="145"/>
                  </a:cubicBezTo>
                  <a:cubicBezTo>
                    <a:pt x="41" y="146"/>
                    <a:pt x="40" y="147"/>
                    <a:pt x="39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333">
              <a:extLst>
                <a:ext uri="{FF2B5EF4-FFF2-40B4-BE49-F238E27FC236}">
                  <a16:creationId xmlns:a16="http://schemas.microsoft.com/office/drawing/2014/main" id="{9837BC9C-D424-25A5-394B-485F99CFE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625593"/>
              <a:ext cx="255588" cy="468313"/>
            </a:xfrm>
            <a:custGeom>
              <a:avLst/>
              <a:gdLst>
                <a:gd name="T0" fmla="*/ 41 w 80"/>
                <a:gd name="T1" fmla="*/ 147 h 147"/>
                <a:gd name="T2" fmla="*/ 38 w 80"/>
                <a:gd name="T3" fmla="*/ 145 h 147"/>
                <a:gd name="T4" fmla="*/ 39 w 80"/>
                <a:gd name="T5" fmla="*/ 140 h 147"/>
                <a:gd name="T6" fmla="*/ 72 w 80"/>
                <a:gd name="T7" fmla="*/ 79 h 147"/>
                <a:gd name="T8" fmla="*/ 4 w 80"/>
                <a:gd name="T9" fmla="*/ 8 h 147"/>
                <a:gd name="T10" fmla="*/ 0 w 80"/>
                <a:gd name="T11" fmla="*/ 4 h 147"/>
                <a:gd name="T12" fmla="*/ 4 w 80"/>
                <a:gd name="T13" fmla="*/ 0 h 147"/>
                <a:gd name="T14" fmla="*/ 80 w 80"/>
                <a:gd name="T15" fmla="*/ 79 h 147"/>
                <a:gd name="T16" fmla="*/ 44 w 80"/>
                <a:gd name="T17" fmla="*/ 146 h 147"/>
                <a:gd name="T18" fmla="*/ 41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41" y="147"/>
                  </a:moveTo>
                  <a:cubicBezTo>
                    <a:pt x="40" y="147"/>
                    <a:pt x="39" y="146"/>
                    <a:pt x="38" y="145"/>
                  </a:cubicBezTo>
                  <a:cubicBezTo>
                    <a:pt x="37" y="143"/>
                    <a:pt x="37" y="141"/>
                    <a:pt x="39" y="140"/>
                  </a:cubicBezTo>
                  <a:cubicBezTo>
                    <a:pt x="54" y="128"/>
                    <a:pt x="72" y="109"/>
                    <a:pt x="72" y="79"/>
                  </a:cubicBezTo>
                  <a:cubicBezTo>
                    <a:pt x="72" y="40"/>
                    <a:pt x="41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6" y="0"/>
                    <a:pt x="80" y="35"/>
                    <a:pt x="80" y="79"/>
                  </a:cubicBezTo>
                  <a:cubicBezTo>
                    <a:pt x="80" y="105"/>
                    <a:pt x="67" y="128"/>
                    <a:pt x="44" y="146"/>
                  </a:cubicBezTo>
                  <a:cubicBezTo>
                    <a:pt x="43" y="147"/>
                    <a:pt x="42" y="147"/>
                    <a:pt x="4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334">
              <a:extLst>
                <a:ext uri="{FF2B5EF4-FFF2-40B4-BE49-F238E27FC236}">
                  <a16:creationId xmlns:a16="http://schemas.microsoft.com/office/drawing/2014/main" id="{EE69D52C-D12A-ADBB-7B44-040276363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83" y="-1128705"/>
              <a:ext cx="127000" cy="241300"/>
            </a:xfrm>
            <a:custGeom>
              <a:avLst/>
              <a:gdLst>
                <a:gd name="T0" fmla="*/ 36 w 40"/>
                <a:gd name="T1" fmla="*/ 76 h 76"/>
                <a:gd name="T2" fmla="*/ 0 w 40"/>
                <a:gd name="T3" fmla="*/ 49 h 76"/>
                <a:gd name="T4" fmla="*/ 0 w 40"/>
                <a:gd name="T5" fmla="*/ 48 h 76"/>
                <a:gd name="T6" fmla="*/ 0 w 40"/>
                <a:gd name="T7" fmla="*/ 4 h 76"/>
                <a:gd name="T8" fmla="*/ 4 w 40"/>
                <a:gd name="T9" fmla="*/ 0 h 76"/>
                <a:gd name="T10" fmla="*/ 8 w 40"/>
                <a:gd name="T11" fmla="*/ 4 h 76"/>
                <a:gd name="T12" fmla="*/ 8 w 40"/>
                <a:gd name="T13" fmla="*/ 48 h 76"/>
                <a:gd name="T14" fmla="*/ 36 w 40"/>
                <a:gd name="T15" fmla="*/ 68 h 76"/>
                <a:gd name="T16" fmla="*/ 40 w 40"/>
                <a:gd name="T17" fmla="*/ 72 h 76"/>
                <a:gd name="T18" fmla="*/ 36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36" y="76"/>
                  </a:moveTo>
                  <a:cubicBezTo>
                    <a:pt x="5" y="76"/>
                    <a:pt x="0" y="49"/>
                    <a:pt x="0" y="49"/>
                  </a:cubicBezTo>
                  <a:cubicBezTo>
                    <a:pt x="0" y="49"/>
                    <a:pt x="0" y="49"/>
                    <a:pt x="0" y="4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13" y="68"/>
                    <a:pt x="36" y="68"/>
                  </a:cubicBezTo>
                  <a:cubicBezTo>
                    <a:pt x="38" y="68"/>
                    <a:pt x="40" y="70"/>
                    <a:pt x="40" y="72"/>
                  </a:cubicBezTo>
                  <a:cubicBezTo>
                    <a:pt x="40" y="74"/>
                    <a:pt x="38" y="76"/>
                    <a:pt x="3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1335">
              <a:extLst>
                <a:ext uri="{FF2B5EF4-FFF2-40B4-BE49-F238E27FC236}">
                  <a16:creationId xmlns:a16="http://schemas.microsoft.com/office/drawing/2014/main" id="{A6179B4D-71A9-0462-0AC2-B3EE3A3F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128705"/>
              <a:ext cx="127000" cy="241300"/>
            </a:xfrm>
            <a:custGeom>
              <a:avLst/>
              <a:gdLst>
                <a:gd name="T0" fmla="*/ 4 w 40"/>
                <a:gd name="T1" fmla="*/ 76 h 76"/>
                <a:gd name="T2" fmla="*/ 0 w 40"/>
                <a:gd name="T3" fmla="*/ 72 h 76"/>
                <a:gd name="T4" fmla="*/ 4 w 40"/>
                <a:gd name="T5" fmla="*/ 68 h 76"/>
                <a:gd name="T6" fmla="*/ 32 w 40"/>
                <a:gd name="T7" fmla="*/ 48 h 76"/>
                <a:gd name="T8" fmla="*/ 32 w 40"/>
                <a:gd name="T9" fmla="*/ 4 h 76"/>
                <a:gd name="T10" fmla="*/ 36 w 40"/>
                <a:gd name="T11" fmla="*/ 0 h 76"/>
                <a:gd name="T12" fmla="*/ 40 w 40"/>
                <a:gd name="T13" fmla="*/ 4 h 76"/>
                <a:gd name="T14" fmla="*/ 40 w 40"/>
                <a:gd name="T15" fmla="*/ 48 h 76"/>
                <a:gd name="T16" fmla="*/ 40 w 40"/>
                <a:gd name="T17" fmla="*/ 49 h 76"/>
                <a:gd name="T18" fmla="*/ 4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4" y="76"/>
                  </a:moveTo>
                  <a:cubicBezTo>
                    <a:pt x="2" y="76"/>
                    <a:pt x="0" y="74"/>
                    <a:pt x="0" y="72"/>
                  </a:cubicBezTo>
                  <a:cubicBezTo>
                    <a:pt x="0" y="70"/>
                    <a:pt x="2" y="68"/>
                    <a:pt x="4" y="68"/>
                  </a:cubicBezTo>
                  <a:cubicBezTo>
                    <a:pt x="27" y="68"/>
                    <a:pt x="32" y="51"/>
                    <a:pt x="32" y="4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35" y="76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1336">
              <a:extLst>
                <a:ext uri="{FF2B5EF4-FFF2-40B4-BE49-F238E27FC236}">
                  <a16:creationId xmlns:a16="http://schemas.microsoft.com/office/drawing/2014/main" id="{A0C7498A-460A-98DB-34C0-CE27DDB4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507" y="-1093780"/>
              <a:ext cx="234951" cy="57150"/>
            </a:xfrm>
            <a:custGeom>
              <a:avLst/>
              <a:gdLst>
                <a:gd name="T0" fmla="*/ 38 w 74"/>
                <a:gd name="T1" fmla="*/ 17 h 18"/>
                <a:gd name="T2" fmla="*/ 3 w 74"/>
                <a:gd name="T3" fmla="*/ 8 h 18"/>
                <a:gd name="T4" fmla="*/ 2 w 74"/>
                <a:gd name="T5" fmla="*/ 3 h 18"/>
                <a:gd name="T6" fmla="*/ 7 w 74"/>
                <a:gd name="T7" fmla="*/ 1 h 18"/>
                <a:gd name="T8" fmla="*/ 67 w 74"/>
                <a:gd name="T9" fmla="*/ 1 h 18"/>
                <a:gd name="T10" fmla="*/ 72 w 74"/>
                <a:gd name="T11" fmla="*/ 3 h 18"/>
                <a:gd name="T12" fmla="*/ 71 w 74"/>
                <a:gd name="T13" fmla="*/ 8 h 18"/>
                <a:gd name="T14" fmla="*/ 38 w 74"/>
                <a:gd name="T15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8">
                  <a:moveTo>
                    <a:pt x="38" y="17"/>
                  </a:moveTo>
                  <a:cubicBezTo>
                    <a:pt x="19" y="17"/>
                    <a:pt x="4" y="9"/>
                    <a:pt x="3" y="8"/>
                  </a:cubicBezTo>
                  <a:cubicBezTo>
                    <a:pt x="1" y="7"/>
                    <a:pt x="0" y="5"/>
                    <a:pt x="2" y="3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7" y="2"/>
                    <a:pt x="38" y="18"/>
                    <a:pt x="67" y="1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74" y="5"/>
                    <a:pt x="73" y="7"/>
                    <a:pt x="71" y="8"/>
                  </a:cubicBezTo>
                  <a:cubicBezTo>
                    <a:pt x="60" y="15"/>
                    <a:pt x="48" y="17"/>
                    <a:pt x="3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2A37B42-7AAF-67B1-7E3C-1484FA53BA46}"/>
              </a:ext>
            </a:extLst>
          </p:cNvPr>
          <p:cNvGrpSpPr>
            <a:grpSpLocks noChangeAspect="1"/>
          </p:cNvGrpSpPr>
          <p:nvPr/>
        </p:nvGrpSpPr>
        <p:grpSpPr>
          <a:xfrm rot="21148043">
            <a:off x="1876987" y="968024"/>
            <a:ext cx="987531" cy="558149"/>
            <a:chOff x="-176142" y="-38090"/>
            <a:chExt cx="765178" cy="434975"/>
          </a:xfrm>
          <a:solidFill>
            <a:schemeClr val="bg1"/>
          </a:solidFill>
        </p:grpSpPr>
        <p:sp>
          <p:nvSpPr>
            <p:cNvPr id="59" name="Freeform 1342">
              <a:extLst>
                <a:ext uri="{FF2B5EF4-FFF2-40B4-BE49-F238E27FC236}">
                  <a16:creationId xmlns:a16="http://schemas.microsoft.com/office/drawing/2014/main" id="{BAB8CB99-6AD6-C7DC-3935-2A126CDD5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97" y="15885"/>
              <a:ext cx="223838" cy="187325"/>
            </a:xfrm>
            <a:custGeom>
              <a:avLst/>
              <a:gdLst>
                <a:gd name="T0" fmla="*/ 5 w 70"/>
                <a:gd name="T1" fmla="*/ 59 h 59"/>
                <a:gd name="T2" fmla="*/ 2 w 70"/>
                <a:gd name="T3" fmla="*/ 58 h 59"/>
                <a:gd name="T4" fmla="*/ 2 w 70"/>
                <a:gd name="T5" fmla="*/ 52 h 59"/>
                <a:gd name="T6" fmla="*/ 63 w 70"/>
                <a:gd name="T7" fmla="*/ 1 h 59"/>
                <a:gd name="T8" fmla="*/ 68 w 70"/>
                <a:gd name="T9" fmla="*/ 1 h 59"/>
                <a:gd name="T10" fmla="*/ 68 w 70"/>
                <a:gd name="T11" fmla="*/ 7 h 59"/>
                <a:gd name="T12" fmla="*/ 7 w 70"/>
                <a:gd name="T13" fmla="*/ 58 h 59"/>
                <a:gd name="T14" fmla="*/ 5 w 70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59">
                  <a:moveTo>
                    <a:pt x="5" y="59"/>
                  </a:moveTo>
                  <a:cubicBezTo>
                    <a:pt x="3" y="59"/>
                    <a:pt x="2" y="59"/>
                    <a:pt x="2" y="58"/>
                  </a:cubicBezTo>
                  <a:cubicBezTo>
                    <a:pt x="0" y="56"/>
                    <a:pt x="0" y="53"/>
                    <a:pt x="2" y="52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4" y="0"/>
                    <a:pt x="67" y="0"/>
                    <a:pt x="68" y="1"/>
                  </a:cubicBezTo>
                  <a:cubicBezTo>
                    <a:pt x="70" y="3"/>
                    <a:pt x="70" y="6"/>
                    <a:pt x="68" y="7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6" y="59"/>
                    <a:pt x="6" y="59"/>
                    <a:pt x="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343">
              <a:extLst>
                <a:ext uri="{FF2B5EF4-FFF2-40B4-BE49-F238E27FC236}">
                  <a16:creationId xmlns:a16="http://schemas.microsoft.com/office/drawing/2014/main" id="{ECCA1104-BFC9-6441-860E-C9F5EE35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7" y="114310"/>
              <a:ext cx="184151" cy="98425"/>
            </a:xfrm>
            <a:custGeom>
              <a:avLst/>
              <a:gdLst>
                <a:gd name="T0" fmla="*/ 54 w 58"/>
                <a:gd name="T1" fmla="*/ 31 h 31"/>
                <a:gd name="T2" fmla="*/ 52 w 58"/>
                <a:gd name="T3" fmla="*/ 30 h 31"/>
                <a:gd name="T4" fmla="*/ 3 w 58"/>
                <a:gd name="T5" fmla="*/ 8 h 31"/>
                <a:gd name="T6" fmla="*/ 1 w 58"/>
                <a:gd name="T7" fmla="*/ 3 h 31"/>
                <a:gd name="T8" fmla="*/ 7 w 58"/>
                <a:gd name="T9" fmla="*/ 1 h 31"/>
                <a:gd name="T10" fmla="*/ 55 w 58"/>
                <a:gd name="T11" fmla="*/ 23 h 31"/>
                <a:gd name="T12" fmla="*/ 57 w 58"/>
                <a:gd name="T13" fmla="*/ 28 h 31"/>
                <a:gd name="T14" fmla="*/ 54 w 58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1">
                  <a:moveTo>
                    <a:pt x="54" y="31"/>
                  </a:moveTo>
                  <a:cubicBezTo>
                    <a:pt x="53" y="31"/>
                    <a:pt x="53" y="31"/>
                    <a:pt x="52" y="3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7" y="24"/>
                    <a:pt x="58" y="26"/>
                    <a:pt x="57" y="28"/>
                  </a:cubicBezTo>
                  <a:cubicBezTo>
                    <a:pt x="57" y="30"/>
                    <a:pt x="55" y="31"/>
                    <a:pt x="5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1344">
              <a:extLst>
                <a:ext uri="{FF2B5EF4-FFF2-40B4-BE49-F238E27FC236}">
                  <a16:creationId xmlns:a16="http://schemas.microsoft.com/office/drawing/2014/main" id="{DB34FD60-A40B-B47C-5A92-85CF9302D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342" y="123835"/>
              <a:ext cx="198438" cy="219075"/>
            </a:xfrm>
            <a:custGeom>
              <a:avLst/>
              <a:gdLst>
                <a:gd name="T0" fmla="*/ 5 w 62"/>
                <a:gd name="T1" fmla="*/ 69 h 69"/>
                <a:gd name="T2" fmla="*/ 2 w 62"/>
                <a:gd name="T3" fmla="*/ 68 h 69"/>
                <a:gd name="T4" fmla="*/ 2 w 62"/>
                <a:gd name="T5" fmla="*/ 62 h 69"/>
                <a:gd name="T6" fmla="*/ 55 w 62"/>
                <a:gd name="T7" fmla="*/ 2 h 69"/>
                <a:gd name="T8" fmla="*/ 60 w 62"/>
                <a:gd name="T9" fmla="*/ 1 h 69"/>
                <a:gd name="T10" fmla="*/ 61 w 62"/>
                <a:gd name="T11" fmla="*/ 7 h 69"/>
                <a:gd name="T12" fmla="*/ 8 w 62"/>
                <a:gd name="T13" fmla="*/ 67 h 69"/>
                <a:gd name="T14" fmla="*/ 5 w 62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69">
                  <a:moveTo>
                    <a:pt x="5" y="69"/>
                  </a:moveTo>
                  <a:cubicBezTo>
                    <a:pt x="4" y="69"/>
                    <a:pt x="3" y="68"/>
                    <a:pt x="2" y="68"/>
                  </a:cubicBezTo>
                  <a:cubicBezTo>
                    <a:pt x="0" y="66"/>
                    <a:pt x="0" y="64"/>
                    <a:pt x="2" y="6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6" y="0"/>
                    <a:pt x="59" y="0"/>
                    <a:pt x="60" y="1"/>
                  </a:cubicBezTo>
                  <a:cubicBezTo>
                    <a:pt x="62" y="3"/>
                    <a:pt x="62" y="5"/>
                    <a:pt x="61" y="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8"/>
                    <a:pt x="6" y="69"/>
                    <a:pt x="5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1345">
              <a:extLst>
                <a:ext uri="{FF2B5EF4-FFF2-40B4-BE49-F238E27FC236}">
                  <a16:creationId xmlns:a16="http://schemas.microsoft.com/office/drawing/2014/main" id="{0A426A62-3F67-7B10-F7AB-C500AC0B10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6142" y="3079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1346">
              <a:extLst>
                <a:ext uri="{FF2B5EF4-FFF2-40B4-BE49-F238E27FC236}">
                  <a16:creationId xmlns:a16="http://schemas.microsoft.com/office/drawing/2014/main" id="{521A8724-969E-964A-2066-7545EB8DF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9" y="66685"/>
              <a:ext cx="90488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1347">
              <a:extLst>
                <a:ext uri="{FF2B5EF4-FFF2-40B4-BE49-F238E27FC236}">
                  <a16:creationId xmlns:a16="http://schemas.microsoft.com/office/drawing/2014/main" id="{7E8884E4-DA3E-B9A2-3877-9F140ECD29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247" y="1682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1348">
              <a:extLst>
                <a:ext uri="{FF2B5EF4-FFF2-40B4-BE49-F238E27FC236}">
                  <a16:creationId xmlns:a16="http://schemas.microsoft.com/office/drawing/2014/main" id="{E272CB90-A780-A6F7-03F9-ED02034364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136" y="-38090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Picture Placeholder 68" descr="Earth">
                <a:extLst>
                  <a:ext uri="{FF2B5EF4-FFF2-40B4-BE49-F238E27FC236}">
                    <a16:creationId xmlns:a16="http://schemas.microsoft.com/office/drawing/2014/main" id="{EF225167-C61F-E964-2F1F-4388900EC8D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2829034"/>
                  </p:ext>
                </p:extLst>
              </p:nvPr>
            </p:nvGraphicFramePr>
            <p:xfrm>
              <a:off x="-3685873" y="2958384"/>
              <a:ext cx="7740030" cy="774003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40030" cy="7740030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10604779" ay="1365987" az="10724379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40044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Picture Placeholder 68" descr="Earth">
                <a:extLst>
                  <a:ext uri="{FF2B5EF4-FFF2-40B4-BE49-F238E27FC236}">
                    <a16:creationId xmlns:a16="http://schemas.microsoft.com/office/drawing/2014/main" id="{EF225167-C61F-E964-2F1F-4388900EC8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85873" y="2958384"/>
                <a:ext cx="7740030" cy="77400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9226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EE8D-9579-A0C6-BDC5-6EB008A8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B0D3A53-6E11-0A9D-DE37-1CF1D9533E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B0000-47EA-CE21-4FB5-A52EFA4A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20</a:t>
            </a:fld>
            <a:endParaRPr lang="en-ID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45AA0D1-4297-3210-85E5-C68AB13F9E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47806" y="15515432"/>
            <a:ext cx="4708800" cy="96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QS 2025, 1,503 universities, the single source of truth every other table keys off.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EA53E34-9586-6187-CFB8-04C24EE9E9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72520" y="14846852"/>
            <a:ext cx="3888000" cy="705600"/>
          </a:xfrm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MASTER (Hub)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8FC9490-2E70-645D-2AED-CE924D7E56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11525595" y="3635825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THE 2024 plus WUR 2023 fallback, 918 universities with a verified research metric.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DF66FFB-8E0C-4C84-2AA4-E47D042951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2285" y="-1625265"/>
            <a:ext cx="4708800" cy="961200"/>
          </a:xfrm>
        </p:spPr>
        <p:txBody>
          <a:bodyPr>
            <a:normAutofit/>
          </a:bodyPr>
          <a:lstStyle/>
          <a:p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WUR 2023, 812 universities, enrollment and diversity indicators.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2AA26D8-1968-4B88-DA11-B2E4F45367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22071" y="4771433"/>
            <a:ext cx="6913543" cy="587465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romanUcPeriod"/>
            </a:pPr>
            <a:endParaRPr lang="en-IN" dirty="0">
              <a:solidFill>
                <a:schemeClr val="bg1">
                  <a:lumMod val="85000"/>
                </a:schemeClr>
              </a:solidFill>
            </a:endParaRP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Country Ranking Comparison, Education Performance Benchmarking, Regional Education Trends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• Top Performing Countries, Total Countries Covered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• Selected Indicator Average, Maximum Indicator Value, Minimum Indicator Value 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• High Income by OECD, High Income by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nonOECD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, Data Coverage Timeline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F30DB2D-7BE9-5100-4943-FC6262D67DA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-11500881" y="2997046"/>
            <a:ext cx="3888000" cy="705600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RESEARCH ANALYTICS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DC359AC-F11C-EADB-B781-DAAC75ED494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6999" y="-2264044"/>
            <a:ext cx="3888000" cy="705600"/>
          </a:xfrm>
        </p:spPr>
        <p:txBody>
          <a:bodyPr>
            <a:noAutofit/>
          </a:bodyPr>
          <a:lstStyle/>
          <a:p>
            <a:r>
              <a:rPr lang="en-US" sz="3000" dirty="0" err="1">
                <a:solidFill>
                  <a:schemeClr val="bg1"/>
                </a:solidFill>
                <a:latin typeface="Inter" panose="020B0502030000000004" pitchFamily="34" charset="0"/>
                <a:ea typeface="Inter" panose="020B0502030000000004" pitchFamily="34" charset="0"/>
              </a:rPr>
              <a:t>STUDENT DATA</a:t>
            </a:r>
            <a:endParaRPr lang="en-ID" sz="3000" dirty="0">
              <a:solidFill>
                <a:schemeClr val="bg1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E44FEFB7-BE2A-1902-C3CB-5F0A3DAB6C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50916" y="3820409"/>
            <a:ext cx="3888000" cy="705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>
                <a:solidFill>
                  <a:srgbClr val="E8C4F2"/>
                </a:solidFill>
              </a:rPr>
              <a:t>Country Comparison:</a:t>
            </a:r>
            <a:endParaRPr lang="en-ID" sz="3000" u="sng" dirty="0">
              <a:solidFill>
                <a:srgbClr val="E8C4F2"/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52443CE-BF0C-7EF0-55D1-5CEA2DE7E7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50501" y="30699"/>
            <a:ext cx="8992800" cy="3787200"/>
          </a:xfrm>
        </p:spPr>
        <p:txBody>
          <a:bodyPr>
            <a:normAutofit/>
          </a:bodyPr>
          <a:lstStyle/>
          <a:p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Data </a:t>
            </a:r>
            <a:r>
              <a:rPr lang="en-US" sz="12000" i="1" dirty="0">
                <a:solidFill>
                  <a:schemeClr val="bg1"/>
                </a:solidFill>
                <a:latin typeface="Playfair Display" pitchFamily="2" charset="0"/>
              </a:rPr>
              <a:t>Model</a:t>
            </a:r>
          </a:p>
          <a:p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3C3D23B6-FC1E-A2DC-B47A-267D9175DC41}"/>
              </a:ext>
            </a:extLst>
          </p:cNvPr>
          <p:cNvSpPr/>
          <p:nvPr/>
        </p:nvSpPr>
        <p:spPr>
          <a:xfrm rot="17146791">
            <a:off x="-5857709" y="475348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2C5C4DBB-A018-87A9-7E76-C7A6086ABC45}"/>
              </a:ext>
            </a:extLst>
          </p:cNvPr>
          <p:cNvSpPr>
            <a:spLocks/>
          </p:cNvSpPr>
          <p:nvPr/>
        </p:nvSpPr>
        <p:spPr bwMode="auto">
          <a:xfrm rot="13288746">
            <a:off x="5333538" y="5397033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5161587-E7B2-72D6-E982-CEFA6B59FAD7}"/>
              </a:ext>
            </a:extLst>
          </p:cNvPr>
          <p:cNvSpPr/>
          <p:nvPr/>
        </p:nvSpPr>
        <p:spPr>
          <a:xfrm rot="6346791">
            <a:off x="-5846785" y="436686"/>
            <a:ext cx="12336053" cy="12265099"/>
          </a:xfrm>
          <a:prstGeom prst="arc">
            <a:avLst>
              <a:gd name="adj1" fmla="val 16200000"/>
              <a:gd name="adj2" fmla="val 538961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44BAAF8D-2F71-DF2D-C429-67C5ECCE89D5}"/>
              </a:ext>
            </a:extLst>
          </p:cNvPr>
          <p:cNvSpPr>
            <a:spLocks/>
          </p:cNvSpPr>
          <p:nvPr/>
        </p:nvSpPr>
        <p:spPr bwMode="auto">
          <a:xfrm rot="19196406">
            <a:off x="-6338473" y="3175339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sp>
        <p:nvSpPr>
          <p:cNvPr id="37" name="Freeform 5">
            <a:extLst>
              <a:ext uri="{FF2B5EF4-FFF2-40B4-BE49-F238E27FC236}">
                <a16:creationId xmlns:a16="http://schemas.microsoft.com/office/drawing/2014/main" id="{1D9E3CD1-4E45-566D-9B5F-BFE1A3633B34}"/>
              </a:ext>
            </a:extLst>
          </p:cNvPr>
          <p:cNvSpPr>
            <a:spLocks/>
          </p:cNvSpPr>
          <p:nvPr/>
        </p:nvSpPr>
        <p:spPr bwMode="auto">
          <a:xfrm rot="7410027">
            <a:off x="654623" y="-361437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A0946C-168A-7BC7-EF6C-30E088E68FB1}"/>
              </a:ext>
            </a:extLst>
          </p:cNvPr>
          <p:cNvGrpSpPr/>
          <p:nvPr/>
        </p:nvGrpSpPr>
        <p:grpSpPr>
          <a:xfrm rot="7888746">
            <a:off x="-4146052" y="2142132"/>
            <a:ext cx="8810624" cy="8828722"/>
            <a:chOff x="1132889" y="5525002"/>
            <a:chExt cx="2665997" cy="266599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C7277B-D08F-68CC-D75E-91B0ABB0858C}"/>
                </a:ext>
              </a:extLst>
            </p:cNvPr>
            <p:cNvSpPr/>
            <p:nvPr/>
          </p:nvSpPr>
          <p:spPr>
            <a:xfrm>
              <a:off x="1132889" y="5525002"/>
              <a:ext cx="2665997" cy="266599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5A9E7F8-84C8-FC91-A8BA-C1E3282C50E4}"/>
                </a:ext>
              </a:extLst>
            </p:cNvPr>
            <p:cNvGrpSpPr/>
            <p:nvPr/>
          </p:nvGrpSpPr>
          <p:grpSpPr>
            <a:xfrm>
              <a:off x="1360821" y="5752934"/>
              <a:ext cx="2210133" cy="2210132"/>
              <a:chOff x="15014074" y="623254"/>
              <a:chExt cx="5170698" cy="5170696"/>
            </a:xfrm>
          </p:grpSpPr>
          <p:sp>
            <p:nvSpPr>
              <p:cNvPr id="8" name="Freeform: Shape 3142">
                <a:extLst>
                  <a:ext uri="{FF2B5EF4-FFF2-40B4-BE49-F238E27FC236}">
                    <a16:creationId xmlns:a16="http://schemas.microsoft.com/office/drawing/2014/main" id="{10CA210A-C1FA-ACFD-F6D7-10BD1E125510}"/>
                  </a:ext>
                </a:extLst>
              </p:cNvPr>
              <p:cNvSpPr/>
              <p:nvPr/>
            </p:nvSpPr>
            <p:spPr>
              <a:xfrm>
                <a:off x="15014074" y="623254"/>
                <a:ext cx="5170698" cy="51706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8" h="998">
                    <a:moveTo>
                      <a:pt x="998" y="499"/>
                    </a:moveTo>
                    <a:cubicBezTo>
                      <a:pt x="998" y="774"/>
                      <a:pt x="775" y="998"/>
                      <a:pt x="499" y="998"/>
                    </a:cubicBezTo>
                    <a:cubicBezTo>
                      <a:pt x="223" y="998"/>
                      <a:pt x="0" y="774"/>
                      <a:pt x="0" y="499"/>
                    </a:cubicBezTo>
                    <a:cubicBezTo>
                      <a:pt x="0" y="223"/>
                      <a:pt x="223" y="0"/>
                      <a:pt x="499" y="0"/>
                    </a:cubicBezTo>
                    <a:cubicBezTo>
                      <a:pt x="775" y="0"/>
                      <a:pt x="998" y="223"/>
                      <a:pt x="998" y="499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US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4019C54-B89D-8F3F-BB8B-C111EC15D188}"/>
                  </a:ext>
                </a:extLst>
              </p:cNvPr>
              <p:cNvGrpSpPr/>
              <p:nvPr/>
            </p:nvGrpSpPr>
            <p:grpSpPr>
              <a:xfrm>
                <a:off x="15366757" y="623254"/>
                <a:ext cx="4812846" cy="4760982"/>
                <a:chOff x="9920359" y="5041467"/>
                <a:chExt cx="4812846" cy="4760982"/>
              </a:xfrm>
              <a:solidFill>
                <a:schemeClr val="bg1"/>
              </a:solidFill>
            </p:grpSpPr>
            <p:sp>
              <p:nvSpPr>
                <p:cNvPr id="10" name="Freeform: Shape 3143">
                  <a:extLst>
                    <a:ext uri="{FF2B5EF4-FFF2-40B4-BE49-F238E27FC236}">
                      <a16:creationId xmlns:a16="http://schemas.microsoft.com/office/drawing/2014/main" id="{EBCC8067-6A23-F44C-0145-1A192ABA4E14}"/>
                    </a:ext>
                  </a:extLst>
                </p:cNvPr>
                <p:cNvSpPr/>
                <p:nvPr/>
              </p:nvSpPr>
              <p:spPr>
                <a:xfrm>
                  <a:off x="12964692" y="5399333"/>
                  <a:ext cx="1768513" cy="434089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2" h="838">
                      <a:moveTo>
                        <a:pt x="342" y="430"/>
                      </a:moveTo>
                      <a:cubicBezTo>
                        <a:pt x="342" y="247"/>
                        <a:pt x="244" y="87"/>
                        <a:pt x="98" y="0"/>
                      </a:cubicBezTo>
                      <a:cubicBezTo>
                        <a:pt x="97" y="0"/>
                        <a:pt x="97" y="0"/>
                        <a:pt x="96" y="0"/>
                      </a:cubicBezTo>
                      <a:cubicBezTo>
                        <a:pt x="88" y="0"/>
                        <a:pt x="83" y="3"/>
                        <a:pt x="81" y="10"/>
                      </a:cubicBezTo>
                      <a:cubicBezTo>
                        <a:pt x="80" y="18"/>
                        <a:pt x="81" y="28"/>
                        <a:pt x="85" y="45"/>
                      </a:cubicBezTo>
                      <a:cubicBezTo>
                        <a:pt x="88" y="61"/>
                        <a:pt x="102" y="56"/>
                        <a:pt x="110" y="58"/>
                      </a:cubicBezTo>
                      <a:cubicBezTo>
                        <a:pt x="118" y="60"/>
                        <a:pt x="123" y="74"/>
                        <a:pt x="123" y="74"/>
                      </a:cubicBezTo>
                      <a:cubicBezTo>
                        <a:pt x="123" y="74"/>
                        <a:pt x="145" y="79"/>
                        <a:pt x="143" y="85"/>
                      </a:cubicBezTo>
                      <a:cubicBezTo>
                        <a:pt x="140" y="91"/>
                        <a:pt x="141" y="95"/>
                        <a:pt x="147" y="104"/>
                      </a:cubicBezTo>
                      <a:cubicBezTo>
                        <a:pt x="153" y="113"/>
                        <a:pt x="145" y="124"/>
                        <a:pt x="137" y="135"/>
                      </a:cubicBezTo>
                      <a:cubicBezTo>
                        <a:pt x="129" y="146"/>
                        <a:pt x="123" y="147"/>
                        <a:pt x="113" y="146"/>
                      </a:cubicBezTo>
                      <a:cubicBezTo>
                        <a:pt x="102" y="146"/>
                        <a:pt x="81" y="153"/>
                        <a:pt x="76" y="156"/>
                      </a:cubicBezTo>
                      <a:cubicBezTo>
                        <a:pt x="71" y="158"/>
                        <a:pt x="70" y="157"/>
                        <a:pt x="84" y="184"/>
                      </a:cubicBezTo>
                      <a:cubicBezTo>
                        <a:pt x="98" y="211"/>
                        <a:pt x="113" y="210"/>
                        <a:pt x="137" y="208"/>
                      </a:cubicBezTo>
                      <a:cubicBezTo>
                        <a:pt x="160" y="205"/>
                        <a:pt x="150" y="188"/>
                        <a:pt x="152" y="178"/>
                      </a:cubicBezTo>
                      <a:cubicBezTo>
                        <a:pt x="154" y="168"/>
                        <a:pt x="158" y="167"/>
                        <a:pt x="164" y="170"/>
                      </a:cubicBezTo>
                      <a:cubicBezTo>
                        <a:pt x="171" y="174"/>
                        <a:pt x="187" y="185"/>
                        <a:pt x="191" y="179"/>
                      </a:cubicBezTo>
                      <a:cubicBezTo>
                        <a:pt x="196" y="174"/>
                        <a:pt x="198" y="181"/>
                        <a:pt x="200" y="198"/>
                      </a:cubicBezTo>
                      <a:cubicBezTo>
                        <a:pt x="202" y="214"/>
                        <a:pt x="215" y="203"/>
                        <a:pt x="222" y="196"/>
                      </a:cubicBezTo>
                      <a:cubicBezTo>
                        <a:pt x="228" y="190"/>
                        <a:pt x="232" y="205"/>
                        <a:pt x="234" y="214"/>
                      </a:cubicBezTo>
                      <a:cubicBezTo>
                        <a:pt x="237" y="223"/>
                        <a:pt x="243" y="218"/>
                        <a:pt x="246" y="213"/>
                      </a:cubicBezTo>
                      <a:cubicBezTo>
                        <a:pt x="249" y="208"/>
                        <a:pt x="253" y="208"/>
                        <a:pt x="253" y="208"/>
                      </a:cubicBezTo>
                      <a:cubicBezTo>
                        <a:pt x="253" y="208"/>
                        <a:pt x="258" y="221"/>
                        <a:pt x="262" y="228"/>
                      </a:cubicBezTo>
                      <a:cubicBezTo>
                        <a:pt x="267" y="234"/>
                        <a:pt x="280" y="230"/>
                        <a:pt x="295" y="241"/>
                      </a:cubicBezTo>
                      <a:cubicBezTo>
                        <a:pt x="311" y="251"/>
                        <a:pt x="307" y="270"/>
                        <a:pt x="307" y="270"/>
                      </a:cubicBezTo>
                      <a:cubicBezTo>
                        <a:pt x="295" y="265"/>
                        <a:pt x="289" y="268"/>
                        <a:pt x="274" y="268"/>
                      </a:cubicBezTo>
                      <a:cubicBezTo>
                        <a:pt x="259" y="268"/>
                        <a:pt x="250" y="259"/>
                        <a:pt x="236" y="246"/>
                      </a:cubicBezTo>
                      <a:cubicBezTo>
                        <a:pt x="222" y="233"/>
                        <a:pt x="208" y="229"/>
                        <a:pt x="208" y="229"/>
                      </a:cubicBezTo>
                      <a:cubicBezTo>
                        <a:pt x="208" y="229"/>
                        <a:pt x="190" y="231"/>
                        <a:pt x="169" y="225"/>
                      </a:cubicBezTo>
                      <a:cubicBezTo>
                        <a:pt x="148" y="218"/>
                        <a:pt x="135" y="222"/>
                        <a:pt x="114" y="225"/>
                      </a:cubicBezTo>
                      <a:cubicBezTo>
                        <a:pt x="93" y="228"/>
                        <a:pt x="78" y="237"/>
                        <a:pt x="73" y="248"/>
                      </a:cubicBezTo>
                      <a:cubicBezTo>
                        <a:pt x="67" y="258"/>
                        <a:pt x="53" y="263"/>
                        <a:pt x="35" y="273"/>
                      </a:cubicBezTo>
                      <a:cubicBezTo>
                        <a:pt x="17" y="281"/>
                        <a:pt x="15" y="301"/>
                        <a:pt x="15" y="301"/>
                      </a:cubicBezTo>
                      <a:cubicBezTo>
                        <a:pt x="15" y="301"/>
                        <a:pt x="14" y="343"/>
                        <a:pt x="7" y="362"/>
                      </a:cubicBezTo>
                      <a:cubicBezTo>
                        <a:pt x="0" y="381"/>
                        <a:pt x="-9" y="400"/>
                        <a:pt x="18" y="439"/>
                      </a:cubicBezTo>
                      <a:cubicBezTo>
                        <a:pt x="45" y="476"/>
                        <a:pt x="87" y="490"/>
                        <a:pt x="104" y="490"/>
                      </a:cubicBezTo>
                      <a:cubicBezTo>
                        <a:pt x="121" y="488"/>
                        <a:pt x="148" y="485"/>
                        <a:pt x="157" y="490"/>
                      </a:cubicBezTo>
                      <a:cubicBezTo>
                        <a:pt x="166" y="494"/>
                        <a:pt x="167" y="502"/>
                        <a:pt x="175" y="497"/>
                      </a:cubicBezTo>
                      <a:cubicBezTo>
                        <a:pt x="183" y="492"/>
                        <a:pt x="187" y="492"/>
                        <a:pt x="192" y="508"/>
                      </a:cubicBezTo>
                      <a:cubicBezTo>
                        <a:pt x="196" y="525"/>
                        <a:pt x="182" y="551"/>
                        <a:pt x="182" y="551"/>
                      </a:cubicBezTo>
                      <a:cubicBezTo>
                        <a:pt x="182" y="551"/>
                        <a:pt x="167" y="550"/>
                        <a:pt x="182" y="595"/>
                      </a:cubicBezTo>
                      <a:cubicBezTo>
                        <a:pt x="197" y="640"/>
                        <a:pt x="175" y="657"/>
                        <a:pt x="163" y="668"/>
                      </a:cubicBezTo>
                      <a:cubicBezTo>
                        <a:pt x="151" y="680"/>
                        <a:pt x="143" y="701"/>
                        <a:pt x="149" y="728"/>
                      </a:cubicBezTo>
                      <a:cubicBezTo>
                        <a:pt x="154" y="755"/>
                        <a:pt x="139" y="777"/>
                        <a:pt x="125" y="804"/>
                      </a:cubicBezTo>
                      <a:cubicBezTo>
                        <a:pt x="111" y="831"/>
                        <a:pt x="125" y="838"/>
                        <a:pt x="125" y="838"/>
                      </a:cubicBezTo>
                      <a:cubicBezTo>
                        <a:pt x="153" y="823"/>
                        <a:pt x="205" y="772"/>
                        <a:pt x="232" y="742"/>
                      </a:cubicBezTo>
                      <a:cubicBezTo>
                        <a:pt x="248" y="722"/>
                        <a:pt x="262" y="702"/>
                        <a:pt x="275" y="680"/>
                      </a:cubicBezTo>
                      <a:cubicBezTo>
                        <a:pt x="286" y="659"/>
                        <a:pt x="299" y="632"/>
                        <a:pt x="313" y="597"/>
                      </a:cubicBezTo>
                      <a:cubicBezTo>
                        <a:pt x="332" y="545"/>
                        <a:pt x="342" y="488"/>
                        <a:pt x="342" y="43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 dirty="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" name="Freeform: Shape 3144">
                  <a:extLst>
                    <a:ext uri="{FF2B5EF4-FFF2-40B4-BE49-F238E27FC236}">
                      <a16:creationId xmlns:a16="http://schemas.microsoft.com/office/drawing/2014/main" id="{3109A86E-77F9-3813-63CB-7DABF522DEDD}"/>
                    </a:ext>
                  </a:extLst>
                </p:cNvPr>
                <p:cNvSpPr/>
                <p:nvPr/>
              </p:nvSpPr>
              <p:spPr>
                <a:xfrm>
                  <a:off x="9920359" y="5041467"/>
                  <a:ext cx="2209344" cy="47609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27" h="919">
                      <a:moveTo>
                        <a:pt x="45" y="310"/>
                      </a:moveTo>
                      <a:cubicBezTo>
                        <a:pt x="45" y="310"/>
                        <a:pt x="41" y="322"/>
                        <a:pt x="43" y="332"/>
                      </a:cubicBezTo>
                      <a:cubicBezTo>
                        <a:pt x="44" y="341"/>
                        <a:pt x="57" y="342"/>
                        <a:pt x="57" y="342"/>
                      </a:cubicBezTo>
                      <a:cubicBezTo>
                        <a:pt x="57" y="342"/>
                        <a:pt x="58" y="374"/>
                        <a:pt x="72" y="383"/>
                      </a:cubicBezTo>
                      <a:cubicBezTo>
                        <a:pt x="86" y="391"/>
                        <a:pt x="89" y="401"/>
                        <a:pt x="92" y="417"/>
                      </a:cubicBezTo>
                      <a:cubicBezTo>
                        <a:pt x="95" y="432"/>
                        <a:pt x="71" y="453"/>
                        <a:pt x="60" y="477"/>
                      </a:cubicBezTo>
                      <a:cubicBezTo>
                        <a:pt x="49" y="501"/>
                        <a:pt x="52" y="509"/>
                        <a:pt x="57" y="537"/>
                      </a:cubicBezTo>
                      <a:cubicBezTo>
                        <a:pt x="62" y="564"/>
                        <a:pt x="113" y="609"/>
                        <a:pt x="113" y="609"/>
                      </a:cubicBezTo>
                      <a:cubicBezTo>
                        <a:pt x="105" y="628"/>
                        <a:pt x="116" y="645"/>
                        <a:pt x="119" y="649"/>
                      </a:cubicBezTo>
                      <a:cubicBezTo>
                        <a:pt x="122" y="653"/>
                        <a:pt x="123" y="661"/>
                        <a:pt x="123" y="661"/>
                      </a:cubicBezTo>
                      <a:cubicBezTo>
                        <a:pt x="123" y="661"/>
                        <a:pt x="117" y="699"/>
                        <a:pt x="112" y="716"/>
                      </a:cubicBezTo>
                      <a:cubicBezTo>
                        <a:pt x="107" y="732"/>
                        <a:pt x="117" y="740"/>
                        <a:pt x="117" y="740"/>
                      </a:cubicBezTo>
                      <a:cubicBezTo>
                        <a:pt x="117" y="740"/>
                        <a:pt x="115" y="754"/>
                        <a:pt x="113" y="769"/>
                      </a:cubicBezTo>
                      <a:cubicBezTo>
                        <a:pt x="111" y="784"/>
                        <a:pt x="112" y="805"/>
                        <a:pt x="117" y="815"/>
                      </a:cubicBezTo>
                      <a:cubicBezTo>
                        <a:pt x="121" y="825"/>
                        <a:pt x="127" y="869"/>
                        <a:pt x="127" y="869"/>
                      </a:cubicBezTo>
                      <a:cubicBezTo>
                        <a:pt x="156" y="912"/>
                        <a:pt x="183" y="919"/>
                        <a:pt x="183" y="919"/>
                      </a:cubicBezTo>
                      <a:cubicBezTo>
                        <a:pt x="183" y="919"/>
                        <a:pt x="178" y="877"/>
                        <a:pt x="174" y="855"/>
                      </a:cubicBezTo>
                      <a:cubicBezTo>
                        <a:pt x="169" y="833"/>
                        <a:pt x="215" y="796"/>
                        <a:pt x="226" y="791"/>
                      </a:cubicBezTo>
                      <a:cubicBezTo>
                        <a:pt x="237" y="786"/>
                        <a:pt x="247" y="781"/>
                        <a:pt x="250" y="774"/>
                      </a:cubicBezTo>
                      <a:cubicBezTo>
                        <a:pt x="253" y="767"/>
                        <a:pt x="278" y="717"/>
                        <a:pt x="309" y="706"/>
                      </a:cubicBezTo>
                      <a:cubicBezTo>
                        <a:pt x="341" y="695"/>
                        <a:pt x="358" y="669"/>
                        <a:pt x="360" y="659"/>
                      </a:cubicBezTo>
                      <a:cubicBezTo>
                        <a:pt x="362" y="651"/>
                        <a:pt x="381" y="620"/>
                        <a:pt x="399" y="594"/>
                      </a:cubicBezTo>
                      <a:cubicBezTo>
                        <a:pt x="417" y="568"/>
                        <a:pt x="398" y="549"/>
                        <a:pt x="382" y="540"/>
                      </a:cubicBezTo>
                      <a:cubicBezTo>
                        <a:pt x="367" y="531"/>
                        <a:pt x="343" y="522"/>
                        <a:pt x="334" y="521"/>
                      </a:cubicBezTo>
                      <a:cubicBezTo>
                        <a:pt x="326" y="520"/>
                        <a:pt x="316" y="498"/>
                        <a:pt x="308" y="483"/>
                      </a:cubicBezTo>
                      <a:cubicBezTo>
                        <a:pt x="300" y="468"/>
                        <a:pt x="277" y="436"/>
                        <a:pt x="271" y="433"/>
                      </a:cubicBezTo>
                      <a:cubicBezTo>
                        <a:pt x="266" y="430"/>
                        <a:pt x="243" y="426"/>
                        <a:pt x="229" y="409"/>
                      </a:cubicBezTo>
                      <a:cubicBezTo>
                        <a:pt x="215" y="393"/>
                        <a:pt x="179" y="381"/>
                        <a:pt x="166" y="372"/>
                      </a:cubicBezTo>
                      <a:cubicBezTo>
                        <a:pt x="154" y="364"/>
                        <a:pt x="147" y="359"/>
                        <a:pt x="135" y="379"/>
                      </a:cubicBezTo>
                      <a:cubicBezTo>
                        <a:pt x="122" y="400"/>
                        <a:pt x="105" y="382"/>
                        <a:pt x="90" y="377"/>
                      </a:cubicBezTo>
                      <a:cubicBezTo>
                        <a:pt x="74" y="372"/>
                        <a:pt x="76" y="347"/>
                        <a:pt x="78" y="336"/>
                      </a:cubicBezTo>
                      <a:cubicBezTo>
                        <a:pt x="81" y="324"/>
                        <a:pt x="75" y="322"/>
                        <a:pt x="75" y="322"/>
                      </a:cubicBezTo>
                      <a:cubicBezTo>
                        <a:pt x="64" y="320"/>
                        <a:pt x="67" y="312"/>
                        <a:pt x="85" y="293"/>
                      </a:cubicBezTo>
                      <a:cubicBezTo>
                        <a:pt x="103" y="274"/>
                        <a:pt x="74" y="274"/>
                        <a:pt x="54" y="277"/>
                      </a:cubicBezTo>
                      <a:cubicBezTo>
                        <a:pt x="34" y="280"/>
                        <a:pt x="45" y="193"/>
                        <a:pt x="104" y="195"/>
                      </a:cubicBezTo>
                      <a:cubicBezTo>
                        <a:pt x="162" y="198"/>
                        <a:pt x="145" y="214"/>
                        <a:pt x="158" y="237"/>
                      </a:cubicBezTo>
                      <a:cubicBezTo>
                        <a:pt x="172" y="260"/>
                        <a:pt x="173" y="237"/>
                        <a:pt x="173" y="237"/>
                      </a:cubicBezTo>
                      <a:lnTo>
                        <a:pt x="180" y="191"/>
                      </a:lnTo>
                      <a:cubicBezTo>
                        <a:pt x="198" y="190"/>
                        <a:pt x="209" y="182"/>
                        <a:pt x="221" y="174"/>
                      </a:cubicBezTo>
                      <a:cubicBezTo>
                        <a:pt x="233" y="167"/>
                        <a:pt x="261" y="162"/>
                        <a:pt x="276" y="151"/>
                      </a:cubicBezTo>
                      <a:cubicBezTo>
                        <a:pt x="291" y="140"/>
                        <a:pt x="296" y="148"/>
                        <a:pt x="320" y="145"/>
                      </a:cubicBezTo>
                      <a:cubicBezTo>
                        <a:pt x="345" y="142"/>
                        <a:pt x="350" y="129"/>
                        <a:pt x="357" y="126"/>
                      </a:cubicBezTo>
                      <a:cubicBezTo>
                        <a:pt x="363" y="123"/>
                        <a:pt x="365" y="143"/>
                        <a:pt x="385" y="134"/>
                      </a:cubicBezTo>
                      <a:cubicBezTo>
                        <a:pt x="405" y="125"/>
                        <a:pt x="406" y="92"/>
                        <a:pt x="406" y="92"/>
                      </a:cubicBezTo>
                      <a:cubicBezTo>
                        <a:pt x="406" y="92"/>
                        <a:pt x="403" y="92"/>
                        <a:pt x="394" y="97"/>
                      </a:cubicBezTo>
                      <a:cubicBezTo>
                        <a:pt x="385" y="101"/>
                        <a:pt x="399" y="79"/>
                        <a:pt x="401" y="69"/>
                      </a:cubicBezTo>
                      <a:cubicBezTo>
                        <a:pt x="402" y="59"/>
                        <a:pt x="397" y="63"/>
                        <a:pt x="382" y="50"/>
                      </a:cubicBezTo>
                      <a:cubicBezTo>
                        <a:pt x="368" y="37"/>
                        <a:pt x="359" y="55"/>
                        <a:pt x="354" y="60"/>
                      </a:cubicBezTo>
                      <a:cubicBezTo>
                        <a:pt x="348" y="64"/>
                        <a:pt x="342" y="60"/>
                        <a:pt x="338" y="59"/>
                      </a:cubicBezTo>
                      <a:cubicBezTo>
                        <a:pt x="334" y="57"/>
                        <a:pt x="333" y="60"/>
                        <a:pt x="333" y="60"/>
                      </a:cubicBezTo>
                      <a:cubicBezTo>
                        <a:pt x="333" y="60"/>
                        <a:pt x="329" y="70"/>
                        <a:pt x="307" y="84"/>
                      </a:cubicBezTo>
                      <a:cubicBezTo>
                        <a:pt x="285" y="98"/>
                        <a:pt x="290" y="75"/>
                        <a:pt x="287" y="62"/>
                      </a:cubicBezTo>
                      <a:cubicBezTo>
                        <a:pt x="283" y="49"/>
                        <a:pt x="299" y="44"/>
                        <a:pt x="310" y="35"/>
                      </a:cubicBezTo>
                      <a:cubicBezTo>
                        <a:pt x="320" y="27"/>
                        <a:pt x="331" y="21"/>
                        <a:pt x="336" y="26"/>
                      </a:cubicBezTo>
                      <a:cubicBezTo>
                        <a:pt x="341" y="30"/>
                        <a:pt x="350" y="31"/>
                        <a:pt x="366" y="25"/>
                      </a:cubicBezTo>
                      <a:cubicBezTo>
                        <a:pt x="382" y="18"/>
                        <a:pt x="394" y="40"/>
                        <a:pt x="394" y="40"/>
                      </a:cubicBezTo>
                      <a:cubicBezTo>
                        <a:pt x="429" y="35"/>
                        <a:pt x="429" y="13"/>
                        <a:pt x="425" y="0"/>
                      </a:cubicBezTo>
                      <a:cubicBezTo>
                        <a:pt x="244" y="1"/>
                        <a:pt x="85" y="100"/>
                        <a:pt x="0" y="247"/>
                      </a:cubicBezTo>
                      <a:cubicBezTo>
                        <a:pt x="0" y="260"/>
                        <a:pt x="2" y="276"/>
                        <a:pt x="7" y="285"/>
                      </a:cubicBezTo>
                      <a:cubicBezTo>
                        <a:pt x="17" y="304"/>
                        <a:pt x="45" y="310"/>
                        <a:pt x="45" y="310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" name="Freeform: Shape 3145">
                  <a:extLst>
                    <a:ext uri="{FF2B5EF4-FFF2-40B4-BE49-F238E27FC236}">
                      <a16:creationId xmlns:a16="http://schemas.microsoft.com/office/drawing/2014/main" id="{3720BC78-0FDF-536E-DEBD-469369438638}"/>
                    </a:ext>
                  </a:extLst>
                </p:cNvPr>
                <p:cNvSpPr/>
                <p:nvPr/>
              </p:nvSpPr>
              <p:spPr>
                <a:xfrm>
                  <a:off x="12140062" y="5041467"/>
                  <a:ext cx="586046" cy="4615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4" h="90">
                      <a:moveTo>
                        <a:pt x="0" y="43"/>
                      </a:moveTo>
                      <a:cubicBezTo>
                        <a:pt x="0" y="60"/>
                        <a:pt x="14" y="79"/>
                        <a:pt x="14" y="79"/>
                      </a:cubicBezTo>
                      <a:cubicBezTo>
                        <a:pt x="14" y="79"/>
                        <a:pt x="19" y="85"/>
                        <a:pt x="27" y="89"/>
                      </a:cubicBezTo>
                      <a:cubicBezTo>
                        <a:pt x="35" y="93"/>
                        <a:pt x="37" y="86"/>
                        <a:pt x="37" y="86"/>
                      </a:cubicBezTo>
                      <a:cubicBezTo>
                        <a:pt x="37" y="86"/>
                        <a:pt x="61" y="59"/>
                        <a:pt x="65" y="51"/>
                      </a:cubicBezTo>
                      <a:cubicBezTo>
                        <a:pt x="71" y="44"/>
                        <a:pt x="77" y="41"/>
                        <a:pt x="91" y="38"/>
                      </a:cubicBezTo>
                      <a:cubicBezTo>
                        <a:pt x="100" y="36"/>
                        <a:pt x="109" y="23"/>
                        <a:pt x="114" y="12"/>
                      </a:cubicBezTo>
                      <a:cubicBezTo>
                        <a:pt x="81" y="4"/>
                        <a:pt x="46" y="0"/>
                        <a:pt x="11" y="0"/>
                      </a:cubicBezTo>
                      <a:cubicBezTo>
                        <a:pt x="9" y="7"/>
                        <a:pt x="6" y="16"/>
                        <a:pt x="3" y="20"/>
                      </a:cubicBezTo>
                      <a:cubicBezTo>
                        <a:pt x="1" y="26"/>
                        <a:pt x="0" y="25"/>
                        <a:pt x="0" y="43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" name="Freeform: Shape 3146">
                  <a:extLst>
                    <a:ext uri="{FF2B5EF4-FFF2-40B4-BE49-F238E27FC236}">
                      <a16:creationId xmlns:a16="http://schemas.microsoft.com/office/drawing/2014/main" id="{A56FD06F-1B31-CC91-ACF1-D18E95366ECD}"/>
                    </a:ext>
                  </a:extLst>
                </p:cNvPr>
                <p:cNvSpPr/>
                <p:nvPr/>
              </p:nvSpPr>
              <p:spPr>
                <a:xfrm>
                  <a:off x="12508301" y="5337098"/>
                  <a:ext cx="238568" cy="15558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" h="31">
                      <a:moveTo>
                        <a:pt x="9" y="8"/>
                      </a:moveTo>
                      <a:cubicBezTo>
                        <a:pt x="-10" y="15"/>
                        <a:pt x="6" y="24"/>
                        <a:pt x="6" y="24"/>
                      </a:cubicBezTo>
                      <a:cubicBezTo>
                        <a:pt x="18" y="30"/>
                        <a:pt x="23" y="30"/>
                        <a:pt x="32" y="31"/>
                      </a:cubicBezTo>
                      <a:cubicBezTo>
                        <a:pt x="41" y="32"/>
                        <a:pt x="38" y="27"/>
                        <a:pt x="38" y="27"/>
                      </a:cubicBezTo>
                      <a:lnTo>
                        <a:pt x="40" y="19"/>
                      </a:lnTo>
                      <a:cubicBezTo>
                        <a:pt x="40" y="19"/>
                        <a:pt x="53" y="15"/>
                        <a:pt x="43" y="5"/>
                      </a:cubicBezTo>
                      <a:cubicBezTo>
                        <a:pt x="34" y="-5"/>
                        <a:pt x="27" y="2"/>
                        <a:pt x="9" y="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" name="Freeform: Shape 3147">
                  <a:extLst>
                    <a:ext uri="{FF2B5EF4-FFF2-40B4-BE49-F238E27FC236}">
                      <a16:creationId xmlns:a16="http://schemas.microsoft.com/office/drawing/2014/main" id="{16E332B2-603F-9A41-AD5B-7DCA0154EEB4}"/>
                    </a:ext>
                  </a:extLst>
                </p:cNvPr>
                <p:cNvSpPr/>
                <p:nvPr/>
              </p:nvSpPr>
              <p:spPr>
                <a:xfrm>
                  <a:off x="13229176" y="5653459"/>
                  <a:ext cx="305989" cy="34747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" h="68">
                      <a:moveTo>
                        <a:pt x="12" y="38"/>
                      </a:moveTo>
                      <a:lnTo>
                        <a:pt x="20" y="34"/>
                      </a:lnTo>
                      <a:cubicBezTo>
                        <a:pt x="20" y="34"/>
                        <a:pt x="23" y="55"/>
                        <a:pt x="28" y="64"/>
                      </a:cubicBezTo>
                      <a:cubicBezTo>
                        <a:pt x="34" y="72"/>
                        <a:pt x="45" y="65"/>
                        <a:pt x="56" y="58"/>
                      </a:cubicBezTo>
                      <a:cubicBezTo>
                        <a:pt x="66" y="52"/>
                        <a:pt x="53" y="35"/>
                        <a:pt x="47" y="25"/>
                      </a:cubicBezTo>
                      <a:cubicBezTo>
                        <a:pt x="41" y="17"/>
                        <a:pt x="32" y="14"/>
                        <a:pt x="32" y="14"/>
                      </a:cubicBezTo>
                      <a:cubicBezTo>
                        <a:pt x="32" y="14"/>
                        <a:pt x="27" y="0"/>
                        <a:pt x="16" y="0"/>
                      </a:cubicBezTo>
                      <a:cubicBezTo>
                        <a:pt x="4" y="0"/>
                        <a:pt x="9" y="10"/>
                        <a:pt x="10" y="14"/>
                      </a:cubicBezTo>
                      <a:cubicBezTo>
                        <a:pt x="10" y="18"/>
                        <a:pt x="7" y="20"/>
                        <a:pt x="4" y="23"/>
                      </a:cubicBezTo>
                      <a:cubicBezTo>
                        <a:pt x="1" y="26"/>
                        <a:pt x="-2" y="32"/>
                        <a:pt x="1" y="38"/>
                      </a:cubicBezTo>
                      <a:cubicBezTo>
                        <a:pt x="4" y="44"/>
                        <a:pt x="12" y="38"/>
                        <a:pt x="12" y="38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" name="Freeform: Shape 3148">
                  <a:extLst>
                    <a:ext uri="{FF2B5EF4-FFF2-40B4-BE49-F238E27FC236}">
                      <a16:creationId xmlns:a16="http://schemas.microsoft.com/office/drawing/2014/main" id="{06726D34-ABF3-9589-1493-7E40C2C7EB1B}"/>
                    </a:ext>
                  </a:extLst>
                </p:cNvPr>
                <p:cNvSpPr/>
                <p:nvPr/>
              </p:nvSpPr>
              <p:spPr>
                <a:xfrm>
                  <a:off x="10584185" y="6415839"/>
                  <a:ext cx="363038" cy="12447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1" h="25">
                      <a:moveTo>
                        <a:pt x="45" y="15"/>
                      </a:moveTo>
                      <a:cubicBezTo>
                        <a:pt x="38" y="15"/>
                        <a:pt x="32" y="5"/>
                        <a:pt x="25" y="2"/>
                      </a:cubicBezTo>
                      <a:cubicBezTo>
                        <a:pt x="18" y="-1"/>
                        <a:pt x="14" y="-1"/>
                        <a:pt x="3" y="8"/>
                      </a:cubicBezTo>
                      <a:cubicBezTo>
                        <a:pt x="-8" y="17"/>
                        <a:pt x="14" y="19"/>
                        <a:pt x="14" y="19"/>
                      </a:cubicBezTo>
                      <a:cubicBezTo>
                        <a:pt x="14" y="19"/>
                        <a:pt x="36" y="29"/>
                        <a:pt x="62" y="24"/>
                      </a:cubicBezTo>
                      <a:cubicBezTo>
                        <a:pt x="87" y="20"/>
                        <a:pt x="51" y="15"/>
                        <a:pt x="45" y="15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" name="Freeform: Shape 3149">
                  <a:extLst>
                    <a:ext uri="{FF2B5EF4-FFF2-40B4-BE49-F238E27FC236}">
                      <a16:creationId xmlns:a16="http://schemas.microsoft.com/office/drawing/2014/main" id="{FC1EDAB0-2638-8B78-9192-303FA8D7AAEF}"/>
                    </a:ext>
                  </a:extLst>
                </p:cNvPr>
                <p:cNvSpPr/>
                <p:nvPr/>
              </p:nvSpPr>
              <p:spPr>
                <a:xfrm>
                  <a:off x="10864242" y="6618089"/>
                  <a:ext cx="233381" cy="9335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" h="19">
                      <a:moveTo>
                        <a:pt x="30" y="1"/>
                      </a:moveTo>
                      <a:cubicBezTo>
                        <a:pt x="22" y="-2"/>
                        <a:pt x="17" y="4"/>
                        <a:pt x="8" y="8"/>
                      </a:cubicBezTo>
                      <a:cubicBezTo>
                        <a:pt x="0" y="12"/>
                        <a:pt x="-4" y="18"/>
                        <a:pt x="5" y="16"/>
                      </a:cubicBezTo>
                      <a:cubicBezTo>
                        <a:pt x="13" y="14"/>
                        <a:pt x="28" y="16"/>
                        <a:pt x="28" y="16"/>
                      </a:cubicBezTo>
                      <a:cubicBezTo>
                        <a:pt x="28" y="16"/>
                        <a:pt x="41" y="24"/>
                        <a:pt x="45" y="16"/>
                      </a:cubicBezTo>
                      <a:cubicBezTo>
                        <a:pt x="48" y="9"/>
                        <a:pt x="38" y="5"/>
                        <a:pt x="30" y="1"/>
                      </a:cubicBezTo>
                      <a:close/>
                    </a:path>
                  </a:pathLst>
                </a:custGeom>
                <a:grpFill/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US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</p:grpSp>
      <p:sp>
        <p:nvSpPr>
          <p:cNvPr id="20" name="Freeform 5">
            <a:extLst>
              <a:ext uri="{FF2B5EF4-FFF2-40B4-BE49-F238E27FC236}">
                <a16:creationId xmlns:a16="http://schemas.microsoft.com/office/drawing/2014/main" id="{2D90F8E0-3F1C-B5F8-051B-8553D8F39B8D}"/>
              </a:ext>
            </a:extLst>
          </p:cNvPr>
          <p:cNvSpPr>
            <a:spLocks/>
          </p:cNvSpPr>
          <p:nvPr/>
        </p:nvSpPr>
        <p:spPr bwMode="auto">
          <a:xfrm rot="3810478">
            <a:off x="809856" y="10917941"/>
            <a:ext cx="2398931" cy="2385137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657CF22-B850-1C80-8F56-A3E81CEFEFA8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1392972" y="374571"/>
            <a:ext cx="922232" cy="913123"/>
            <a:chOff x="6383340" y="8029576"/>
            <a:chExt cx="765176" cy="762000"/>
          </a:xfrm>
          <a:solidFill>
            <a:schemeClr val="bg1"/>
          </a:solidFill>
        </p:grpSpPr>
        <p:sp>
          <p:nvSpPr>
            <p:cNvPr id="41" name="Freeform 918">
              <a:extLst>
                <a:ext uri="{FF2B5EF4-FFF2-40B4-BE49-F238E27FC236}">
                  <a16:creationId xmlns:a16="http://schemas.microsoft.com/office/drawing/2014/main" id="{234545A0-ACE1-7722-04FF-DB8D24E163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86528" y="8131176"/>
              <a:ext cx="560388" cy="558800"/>
            </a:xfrm>
            <a:custGeom>
              <a:avLst/>
              <a:gdLst>
                <a:gd name="T0" fmla="*/ 88 w 176"/>
                <a:gd name="T1" fmla="*/ 176 h 176"/>
                <a:gd name="T2" fmla="*/ 0 w 176"/>
                <a:gd name="T3" fmla="*/ 88 h 176"/>
                <a:gd name="T4" fmla="*/ 88 w 176"/>
                <a:gd name="T5" fmla="*/ 0 h 176"/>
                <a:gd name="T6" fmla="*/ 176 w 176"/>
                <a:gd name="T7" fmla="*/ 88 h 176"/>
                <a:gd name="T8" fmla="*/ 88 w 176"/>
                <a:gd name="T9" fmla="*/ 176 h 176"/>
                <a:gd name="T10" fmla="*/ 88 w 176"/>
                <a:gd name="T11" fmla="*/ 8 h 176"/>
                <a:gd name="T12" fmla="*/ 8 w 176"/>
                <a:gd name="T13" fmla="*/ 88 h 176"/>
                <a:gd name="T14" fmla="*/ 88 w 176"/>
                <a:gd name="T15" fmla="*/ 168 h 176"/>
                <a:gd name="T16" fmla="*/ 168 w 176"/>
                <a:gd name="T17" fmla="*/ 88 h 176"/>
                <a:gd name="T18" fmla="*/ 88 w 176"/>
                <a:gd name="T19" fmla="*/ 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6" h="176">
                  <a:moveTo>
                    <a:pt x="88" y="176"/>
                  </a:moveTo>
                  <a:cubicBezTo>
                    <a:pt x="39" y="176"/>
                    <a:pt x="0" y="137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137" y="0"/>
                    <a:pt x="176" y="39"/>
                    <a:pt x="176" y="88"/>
                  </a:cubicBezTo>
                  <a:cubicBezTo>
                    <a:pt x="176" y="137"/>
                    <a:pt x="137" y="176"/>
                    <a:pt x="88" y="176"/>
                  </a:cubicBezTo>
                  <a:close/>
                  <a:moveTo>
                    <a:pt x="88" y="8"/>
                  </a:moveTo>
                  <a:cubicBezTo>
                    <a:pt x="44" y="8"/>
                    <a:pt x="8" y="44"/>
                    <a:pt x="8" y="88"/>
                  </a:cubicBezTo>
                  <a:cubicBezTo>
                    <a:pt x="8" y="132"/>
                    <a:pt x="44" y="168"/>
                    <a:pt x="88" y="168"/>
                  </a:cubicBezTo>
                  <a:cubicBezTo>
                    <a:pt x="132" y="168"/>
                    <a:pt x="168" y="132"/>
                    <a:pt x="168" y="88"/>
                  </a:cubicBezTo>
                  <a:cubicBezTo>
                    <a:pt x="168" y="44"/>
                    <a:pt x="132" y="8"/>
                    <a:pt x="8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2" name="Freeform 919">
              <a:extLst>
                <a:ext uri="{FF2B5EF4-FFF2-40B4-BE49-F238E27FC236}">
                  <a16:creationId xmlns:a16="http://schemas.microsoft.com/office/drawing/2014/main" id="{FE113AB8-78BA-FB61-ECC9-F74928019D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3528" y="8258176"/>
              <a:ext cx="306388" cy="3048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  <a:gd name="T10" fmla="*/ 48 w 96"/>
                <a:gd name="T11" fmla="*/ 8 h 96"/>
                <a:gd name="T12" fmla="*/ 8 w 96"/>
                <a:gd name="T13" fmla="*/ 48 h 96"/>
                <a:gd name="T14" fmla="*/ 48 w 96"/>
                <a:gd name="T15" fmla="*/ 88 h 96"/>
                <a:gd name="T16" fmla="*/ 88 w 96"/>
                <a:gd name="T17" fmla="*/ 48 h 96"/>
                <a:gd name="T18" fmla="*/ 48 w 96"/>
                <a:gd name="T19" fmla="*/ 8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cubicBezTo>
                    <a:pt x="22" y="96"/>
                    <a:pt x="0" y="74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74" y="0"/>
                    <a:pt x="96" y="22"/>
                    <a:pt x="96" y="48"/>
                  </a:cubicBezTo>
                  <a:cubicBezTo>
                    <a:pt x="96" y="74"/>
                    <a:pt x="74" y="96"/>
                    <a:pt x="48" y="96"/>
                  </a:cubicBezTo>
                  <a:close/>
                  <a:moveTo>
                    <a:pt x="48" y="8"/>
                  </a:moveTo>
                  <a:cubicBezTo>
                    <a:pt x="26" y="8"/>
                    <a:pt x="8" y="26"/>
                    <a:pt x="8" y="48"/>
                  </a:cubicBezTo>
                  <a:cubicBezTo>
                    <a:pt x="8" y="70"/>
                    <a:pt x="26" y="88"/>
                    <a:pt x="48" y="88"/>
                  </a:cubicBezTo>
                  <a:cubicBezTo>
                    <a:pt x="70" y="88"/>
                    <a:pt x="88" y="70"/>
                    <a:pt x="88" y="48"/>
                  </a:cubicBezTo>
                  <a:cubicBezTo>
                    <a:pt x="88" y="26"/>
                    <a:pt x="70" y="8"/>
                    <a:pt x="4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3" name="Freeform 920">
              <a:extLst>
                <a:ext uri="{FF2B5EF4-FFF2-40B4-BE49-F238E27FC236}">
                  <a16:creationId xmlns:a16="http://schemas.microsoft.com/office/drawing/2014/main" id="{467B7D04-D6DC-36FE-DCB4-1EAFC9C27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228" y="8029576"/>
              <a:ext cx="25400" cy="762000"/>
            </a:xfrm>
            <a:custGeom>
              <a:avLst/>
              <a:gdLst>
                <a:gd name="T0" fmla="*/ 4 w 8"/>
                <a:gd name="T1" fmla="*/ 240 h 240"/>
                <a:gd name="T2" fmla="*/ 0 w 8"/>
                <a:gd name="T3" fmla="*/ 236 h 240"/>
                <a:gd name="T4" fmla="*/ 0 w 8"/>
                <a:gd name="T5" fmla="*/ 4 h 240"/>
                <a:gd name="T6" fmla="*/ 4 w 8"/>
                <a:gd name="T7" fmla="*/ 0 h 240"/>
                <a:gd name="T8" fmla="*/ 8 w 8"/>
                <a:gd name="T9" fmla="*/ 4 h 240"/>
                <a:gd name="T10" fmla="*/ 8 w 8"/>
                <a:gd name="T11" fmla="*/ 236 h 240"/>
                <a:gd name="T12" fmla="*/ 4 w 8"/>
                <a:gd name="T13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240">
                  <a:moveTo>
                    <a:pt x="4" y="240"/>
                  </a:moveTo>
                  <a:cubicBezTo>
                    <a:pt x="2" y="240"/>
                    <a:pt x="0" y="238"/>
                    <a:pt x="0" y="23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236"/>
                    <a:pt x="8" y="236"/>
                    <a:pt x="8" y="236"/>
                  </a:cubicBezTo>
                  <a:cubicBezTo>
                    <a:pt x="8" y="238"/>
                    <a:pt x="6" y="240"/>
                    <a:pt x="4" y="2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4" name="Freeform 921">
              <a:extLst>
                <a:ext uri="{FF2B5EF4-FFF2-40B4-BE49-F238E27FC236}">
                  <a16:creationId xmlns:a16="http://schemas.microsoft.com/office/drawing/2014/main" id="{C1B74B7B-D4D3-C13D-EE79-858C26F6D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3340" y="8397876"/>
              <a:ext cx="765176" cy="25400"/>
            </a:xfrm>
            <a:custGeom>
              <a:avLst/>
              <a:gdLst>
                <a:gd name="T0" fmla="*/ 236 w 240"/>
                <a:gd name="T1" fmla="*/ 8 h 8"/>
                <a:gd name="T2" fmla="*/ 4 w 240"/>
                <a:gd name="T3" fmla="*/ 8 h 8"/>
                <a:gd name="T4" fmla="*/ 0 w 240"/>
                <a:gd name="T5" fmla="*/ 4 h 8"/>
                <a:gd name="T6" fmla="*/ 4 w 240"/>
                <a:gd name="T7" fmla="*/ 0 h 8"/>
                <a:gd name="T8" fmla="*/ 236 w 240"/>
                <a:gd name="T9" fmla="*/ 0 h 8"/>
                <a:gd name="T10" fmla="*/ 240 w 240"/>
                <a:gd name="T11" fmla="*/ 4 h 8"/>
                <a:gd name="T12" fmla="*/ 236 w 240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8">
                  <a:moveTo>
                    <a:pt x="236" y="8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36" y="0"/>
                    <a:pt x="236" y="0"/>
                    <a:pt x="236" y="0"/>
                  </a:cubicBezTo>
                  <a:cubicBezTo>
                    <a:pt x="238" y="0"/>
                    <a:pt x="240" y="2"/>
                    <a:pt x="240" y="4"/>
                  </a:cubicBezTo>
                  <a:cubicBezTo>
                    <a:pt x="240" y="6"/>
                    <a:pt x="238" y="8"/>
                    <a:pt x="2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0BEF16B-8DB4-CCF5-7952-E272400409F1}"/>
              </a:ext>
            </a:extLst>
          </p:cNvPr>
          <p:cNvGrpSpPr>
            <a:grpSpLocks noChangeAspect="1"/>
          </p:cNvGrpSpPr>
          <p:nvPr/>
        </p:nvGrpSpPr>
        <p:grpSpPr>
          <a:xfrm rot="201547">
            <a:off x="1388775" y="11653951"/>
            <a:ext cx="1241093" cy="913123"/>
            <a:chOff x="3692587" y="2316169"/>
            <a:chExt cx="1031882" cy="763588"/>
          </a:xfrm>
          <a:solidFill>
            <a:schemeClr val="bg1"/>
          </a:solidFill>
        </p:grpSpPr>
        <p:sp>
          <p:nvSpPr>
            <p:cNvPr id="46" name="Freeform 988">
              <a:extLst>
                <a:ext uri="{FF2B5EF4-FFF2-40B4-BE49-F238E27FC236}">
                  <a16:creationId xmlns:a16="http://schemas.microsoft.com/office/drawing/2014/main" id="{4642F467-B1D2-AFE3-069A-6749B3BDD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876" y="2822582"/>
              <a:ext cx="763593" cy="257175"/>
            </a:xfrm>
            <a:custGeom>
              <a:avLst/>
              <a:gdLst>
                <a:gd name="T0" fmla="*/ 228 w 240"/>
                <a:gd name="T1" fmla="*/ 81 h 81"/>
                <a:gd name="T2" fmla="*/ 12 w 240"/>
                <a:gd name="T3" fmla="*/ 81 h 81"/>
                <a:gd name="T4" fmla="*/ 0 w 240"/>
                <a:gd name="T5" fmla="*/ 69 h 81"/>
                <a:gd name="T6" fmla="*/ 0 w 240"/>
                <a:gd name="T7" fmla="*/ 53 h 81"/>
                <a:gd name="T8" fmla="*/ 2 w 240"/>
                <a:gd name="T9" fmla="*/ 49 h 81"/>
                <a:gd name="T10" fmla="*/ 90 w 240"/>
                <a:gd name="T11" fmla="*/ 1 h 81"/>
                <a:gd name="T12" fmla="*/ 96 w 240"/>
                <a:gd name="T13" fmla="*/ 3 h 81"/>
                <a:gd name="T14" fmla="*/ 94 w 240"/>
                <a:gd name="T15" fmla="*/ 9 h 81"/>
                <a:gd name="T16" fmla="*/ 8 w 240"/>
                <a:gd name="T17" fmla="*/ 55 h 81"/>
                <a:gd name="T18" fmla="*/ 8 w 240"/>
                <a:gd name="T19" fmla="*/ 69 h 81"/>
                <a:gd name="T20" fmla="*/ 12 w 240"/>
                <a:gd name="T21" fmla="*/ 73 h 81"/>
                <a:gd name="T22" fmla="*/ 228 w 240"/>
                <a:gd name="T23" fmla="*/ 73 h 81"/>
                <a:gd name="T24" fmla="*/ 232 w 240"/>
                <a:gd name="T25" fmla="*/ 69 h 81"/>
                <a:gd name="T26" fmla="*/ 232 w 240"/>
                <a:gd name="T27" fmla="*/ 55 h 81"/>
                <a:gd name="T28" fmla="*/ 146 w 240"/>
                <a:gd name="T29" fmla="*/ 8 h 81"/>
                <a:gd name="T30" fmla="*/ 145 w 240"/>
                <a:gd name="T31" fmla="*/ 3 h 81"/>
                <a:gd name="T32" fmla="*/ 150 w 240"/>
                <a:gd name="T33" fmla="*/ 1 h 81"/>
                <a:gd name="T34" fmla="*/ 238 w 240"/>
                <a:gd name="T35" fmla="*/ 49 h 81"/>
                <a:gd name="T36" fmla="*/ 240 w 240"/>
                <a:gd name="T37" fmla="*/ 53 h 81"/>
                <a:gd name="T38" fmla="*/ 240 w 240"/>
                <a:gd name="T39" fmla="*/ 69 h 81"/>
                <a:gd name="T40" fmla="*/ 228 w 240"/>
                <a:gd name="T41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0" h="81">
                  <a:moveTo>
                    <a:pt x="228" y="81"/>
                  </a:move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5" y="1"/>
                    <a:pt x="96" y="3"/>
                  </a:cubicBezTo>
                  <a:cubicBezTo>
                    <a:pt x="97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228" y="73"/>
                    <a:pt x="228" y="73"/>
                    <a:pt x="228" y="73"/>
                  </a:cubicBezTo>
                  <a:cubicBezTo>
                    <a:pt x="230" y="73"/>
                    <a:pt x="232" y="71"/>
                    <a:pt x="232" y="69"/>
                  </a:cubicBezTo>
                  <a:cubicBezTo>
                    <a:pt x="232" y="55"/>
                    <a:pt x="232" y="55"/>
                    <a:pt x="232" y="55"/>
                  </a:cubicBezTo>
                  <a:cubicBezTo>
                    <a:pt x="146" y="8"/>
                    <a:pt x="146" y="8"/>
                    <a:pt x="146" y="8"/>
                  </a:cubicBezTo>
                  <a:cubicBezTo>
                    <a:pt x="144" y="7"/>
                    <a:pt x="144" y="5"/>
                    <a:pt x="145" y="3"/>
                  </a:cubicBezTo>
                  <a:cubicBezTo>
                    <a:pt x="146" y="1"/>
                    <a:pt x="148" y="0"/>
                    <a:pt x="150" y="1"/>
                  </a:cubicBezTo>
                  <a:cubicBezTo>
                    <a:pt x="238" y="49"/>
                    <a:pt x="238" y="49"/>
                    <a:pt x="238" y="49"/>
                  </a:cubicBezTo>
                  <a:cubicBezTo>
                    <a:pt x="239" y="50"/>
                    <a:pt x="240" y="52"/>
                    <a:pt x="240" y="53"/>
                  </a:cubicBezTo>
                  <a:cubicBezTo>
                    <a:pt x="240" y="69"/>
                    <a:pt x="240" y="69"/>
                    <a:pt x="240" y="69"/>
                  </a:cubicBezTo>
                  <a:cubicBezTo>
                    <a:pt x="240" y="76"/>
                    <a:pt x="235" y="81"/>
                    <a:pt x="228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7" name="Freeform 989">
              <a:extLst>
                <a:ext uri="{FF2B5EF4-FFF2-40B4-BE49-F238E27FC236}">
                  <a16:creationId xmlns:a16="http://schemas.microsoft.com/office/drawing/2014/main" id="{93B6CA54-8075-BEFD-29DF-A45B83FDA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678" y="2316169"/>
              <a:ext cx="407991" cy="538163"/>
            </a:xfrm>
            <a:custGeom>
              <a:avLst/>
              <a:gdLst>
                <a:gd name="T0" fmla="*/ 92 w 128"/>
                <a:gd name="T1" fmla="*/ 168 h 169"/>
                <a:gd name="T2" fmla="*/ 89 w 128"/>
                <a:gd name="T3" fmla="*/ 166 h 169"/>
                <a:gd name="T4" fmla="*/ 90 w 128"/>
                <a:gd name="T5" fmla="*/ 161 h 169"/>
                <a:gd name="T6" fmla="*/ 120 w 128"/>
                <a:gd name="T7" fmla="*/ 95 h 169"/>
                <a:gd name="T8" fmla="*/ 120 w 128"/>
                <a:gd name="T9" fmla="*/ 50 h 169"/>
                <a:gd name="T10" fmla="*/ 64 w 128"/>
                <a:gd name="T11" fmla="*/ 8 h 169"/>
                <a:gd name="T12" fmla="*/ 64 w 128"/>
                <a:gd name="T13" fmla="*/ 8 h 169"/>
                <a:gd name="T14" fmla="*/ 8 w 128"/>
                <a:gd name="T15" fmla="*/ 50 h 169"/>
                <a:gd name="T16" fmla="*/ 8 w 128"/>
                <a:gd name="T17" fmla="*/ 95 h 169"/>
                <a:gd name="T18" fmla="*/ 38 w 128"/>
                <a:gd name="T19" fmla="*/ 161 h 169"/>
                <a:gd name="T20" fmla="*/ 39 w 128"/>
                <a:gd name="T21" fmla="*/ 166 h 169"/>
                <a:gd name="T22" fmla="*/ 34 w 128"/>
                <a:gd name="T23" fmla="*/ 167 h 169"/>
                <a:gd name="T24" fmla="*/ 0 w 128"/>
                <a:gd name="T25" fmla="*/ 95 h 169"/>
                <a:gd name="T26" fmla="*/ 0 w 128"/>
                <a:gd name="T27" fmla="*/ 50 h 169"/>
                <a:gd name="T28" fmla="*/ 0 w 128"/>
                <a:gd name="T29" fmla="*/ 49 h 169"/>
                <a:gd name="T30" fmla="*/ 64 w 128"/>
                <a:gd name="T31" fmla="*/ 0 h 169"/>
                <a:gd name="T32" fmla="*/ 64 w 128"/>
                <a:gd name="T33" fmla="*/ 0 h 169"/>
                <a:gd name="T34" fmla="*/ 128 w 128"/>
                <a:gd name="T35" fmla="*/ 49 h 169"/>
                <a:gd name="T36" fmla="*/ 128 w 128"/>
                <a:gd name="T37" fmla="*/ 50 h 169"/>
                <a:gd name="T38" fmla="*/ 128 w 128"/>
                <a:gd name="T39" fmla="*/ 95 h 169"/>
                <a:gd name="T40" fmla="*/ 94 w 128"/>
                <a:gd name="T41" fmla="*/ 167 h 169"/>
                <a:gd name="T42" fmla="*/ 92 w 128"/>
                <a:gd name="T43" fmla="*/ 16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" h="169">
                  <a:moveTo>
                    <a:pt x="92" y="168"/>
                  </a:moveTo>
                  <a:cubicBezTo>
                    <a:pt x="91" y="168"/>
                    <a:pt x="90" y="167"/>
                    <a:pt x="89" y="166"/>
                  </a:cubicBezTo>
                  <a:cubicBezTo>
                    <a:pt x="88" y="164"/>
                    <a:pt x="88" y="162"/>
                    <a:pt x="90" y="161"/>
                  </a:cubicBezTo>
                  <a:cubicBezTo>
                    <a:pt x="120" y="143"/>
                    <a:pt x="120" y="96"/>
                    <a:pt x="120" y="95"/>
                  </a:cubicBezTo>
                  <a:cubicBezTo>
                    <a:pt x="120" y="50"/>
                    <a:pt x="120" y="50"/>
                    <a:pt x="120" y="50"/>
                  </a:cubicBezTo>
                  <a:cubicBezTo>
                    <a:pt x="116" y="25"/>
                    <a:pt x="87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9" y="142"/>
                    <a:pt x="38" y="161"/>
                  </a:cubicBezTo>
                  <a:cubicBezTo>
                    <a:pt x="40" y="162"/>
                    <a:pt x="41" y="164"/>
                    <a:pt x="39" y="166"/>
                  </a:cubicBezTo>
                  <a:cubicBezTo>
                    <a:pt x="38" y="168"/>
                    <a:pt x="36" y="169"/>
                    <a:pt x="34" y="167"/>
                  </a:cubicBezTo>
                  <a:cubicBezTo>
                    <a:pt x="1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1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97" y="0"/>
                    <a:pt x="124" y="25"/>
                    <a:pt x="128" y="49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28" y="95"/>
                    <a:pt x="128" y="95"/>
                    <a:pt x="128" y="95"/>
                  </a:cubicBezTo>
                  <a:cubicBezTo>
                    <a:pt x="128" y="97"/>
                    <a:pt x="128" y="147"/>
                    <a:pt x="94" y="167"/>
                  </a:cubicBezTo>
                  <a:cubicBezTo>
                    <a:pt x="94" y="168"/>
                    <a:pt x="93" y="168"/>
                    <a:pt x="92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8" name="Freeform 990">
              <a:extLst>
                <a:ext uri="{FF2B5EF4-FFF2-40B4-BE49-F238E27FC236}">
                  <a16:creationId xmlns:a16="http://schemas.microsoft.com/office/drawing/2014/main" id="{FFA8E8E5-9504-EC9E-02F6-2FDBC8371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87" y="2822582"/>
              <a:ext cx="306390" cy="257175"/>
            </a:xfrm>
            <a:custGeom>
              <a:avLst/>
              <a:gdLst>
                <a:gd name="T0" fmla="*/ 64 w 96"/>
                <a:gd name="T1" fmla="*/ 81 h 81"/>
                <a:gd name="T2" fmla="*/ 64 w 96"/>
                <a:gd name="T3" fmla="*/ 81 h 81"/>
                <a:gd name="T4" fmla="*/ 12 w 96"/>
                <a:gd name="T5" fmla="*/ 81 h 81"/>
                <a:gd name="T6" fmla="*/ 0 w 96"/>
                <a:gd name="T7" fmla="*/ 69 h 81"/>
                <a:gd name="T8" fmla="*/ 0 w 96"/>
                <a:gd name="T9" fmla="*/ 53 h 81"/>
                <a:gd name="T10" fmla="*/ 2 w 96"/>
                <a:gd name="T11" fmla="*/ 49 h 81"/>
                <a:gd name="T12" fmla="*/ 90 w 96"/>
                <a:gd name="T13" fmla="*/ 1 h 81"/>
                <a:gd name="T14" fmla="*/ 95 w 96"/>
                <a:gd name="T15" fmla="*/ 3 h 81"/>
                <a:gd name="T16" fmla="*/ 94 w 96"/>
                <a:gd name="T17" fmla="*/ 9 h 81"/>
                <a:gd name="T18" fmla="*/ 8 w 96"/>
                <a:gd name="T19" fmla="*/ 55 h 81"/>
                <a:gd name="T20" fmla="*/ 8 w 96"/>
                <a:gd name="T21" fmla="*/ 69 h 81"/>
                <a:gd name="T22" fmla="*/ 12 w 96"/>
                <a:gd name="T23" fmla="*/ 73 h 81"/>
                <a:gd name="T24" fmla="*/ 64 w 96"/>
                <a:gd name="T25" fmla="*/ 73 h 81"/>
                <a:gd name="T26" fmla="*/ 68 w 96"/>
                <a:gd name="T27" fmla="*/ 77 h 81"/>
                <a:gd name="T28" fmla="*/ 64 w 96"/>
                <a:gd name="T29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81">
                  <a:moveTo>
                    <a:pt x="64" y="81"/>
                  </a:moveTo>
                  <a:cubicBezTo>
                    <a:pt x="64" y="81"/>
                    <a:pt x="64" y="81"/>
                    <a:pt x="64" y="81"/>
                  </a:cubicBezTo>
                  <a:cubicBezTo>
                    <a:pt x="12" y="81"/>
                    <a:pt x="12" y="81"/>
                    <a:pt x="12" y="81"/>
                  </a:cubicBezTo>
                  <a:cubicBezTo>
                    <a:pt x="5" y="81"/>
                    <a:pt x="0" y="76"/>
                    <a:pt x="0" y="69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2"/>
                    <a:pt x="1" y="50"/>
                    <a:pt x="2" y="49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92" y="0"/>
                    <a:pt x="94" y="1"/>
                    <a:pt x="95" y="3"/>
                  </a:cubicBezTo>
                  <a:cubicBezTo>
                    <a:pt x="96" y="5"/>
                    <a:pt x="96" y="7"/>
                    <a:pt x="94" y="9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71"/>
                    <a:pt x="10" y="73"/>
                    <a:pt x="12" y="73"/>
                  </a:cubicBezTo>
                  <a:cubicBezTo>
                    <a:pt x="64" y="73"/>
                    <a:pt x="64" y="73"/>
                    <a:pt x="64" y="73"/>
                  </a:cubicBezTo>
                  <a:cubicBezTo>
                    <a:pt x="66" y="73"/>
                    <a:pt x="68" y="75"/>
                    <a:pt x="68" y="77"/>
                  </a:cubicBezTo>
                  <a:cubicBezTo>
                    <a:pt x="68" y="79"/>
                    <a:pt x="66" y="81"/>
                    <a:pt x="64" y="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49" name="Freeform 991">
              <a:extLst>
                <a:ext uri="{FF2B5EF4-FFF2-40B4-BE49-F238E27FC236}">
                  <a16:creationId xmlns:a16="http://schemas.microsoft.com/office/drawing/2014/main" id="{331482B3-FA5C-2773-594A-1069C54A9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388" y="2316169"/>
              <a:ext cx="284165" cy="534988"/>
            </a:xfrm>
            <a:custGeom>
              <a:avLst/>
              <a:gdLst>
                <a:gd name="T0" fmla="*/ 36 w 89"/>
                <a:gd name="T1" fmla="*/ 168 h 168"/>
                <a:gd name="T2" fmla="*/ 34 w 89"/>
                <a:gd name="T3" fmla="*/ 167 h 168"/>
                <a:gd name="T4" fmla="*/ 0 w 89"/>
                <a:gd name="T5" fmla="*/ 95 h 168"/>
                <a:gd name="T6" fmla="*/ 0 w 89"/>
                <a:gd name="T7" fmla="*/ 50 h 168"/>
                <a:gd name="T8" fmla="*/ 0 w 89"/>
                <a:gd name="T9" fmla="*/ 49 h 168"/>
                <a:gd name="T10" fmla="*/ 64 w 89"/>
                <a:gd name="T11" fmla="*/ 0 h 168"/>
                <a:gd name="T12" fmla="*/ 64 w 89"/>
                <a:gd name="T13" fmla="*/ 0 h 168"/>
                <a:gd name="T14" fmla="*/ 85 w 89"/>
                <a:gd name="T15" fmla="*/ 4 h 168"/>
                <a:gd name="T16" fmla="*/ 88 w 89"/>
                <a:gd name="T17" fmla="*/ 9 h 168"/>
                <a:gd name="T18" fmla="*/ 83 w 89"/>
                <a:gd name="T19" fmla="*/ 11 h 168"/>
                <a:gd name="T20" fmla="*/ 64 w 89"/>
                <a:gd name="T21" fmla="*/ 8 h 168"/>
                <a:gd name="T22" fmla="*/ 64 w 89"/>
                <a:gd name="T23" fmla="*/ 8 h 168"/>
                <a:gd name="T24" fmla="*/ 8 w 89"/>
                <a:gd name="T25" fmla="*/ 50 h 168"/>
                <a:gd name="T26" fmla="*/ 8 w 89"/>
                <a:gd name="T27" fmla="*/ 95 h 168"/>
                <a:gd name="T28" fmla="*/ 38 w 89"/>
                <a:gd name="T29" fmla="*/ 161 h 168"/>
                <a:gd name="T30" fmla="*/ 39 w 89"/>
                <a:gd name="T31" fmla="*/ 166 h 168"/>
                <a:gd name="T32" fmla="*/ 36 w 89"/>
                <a:gd name="T3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68">
                  <a:moveTo>
                    <a:pt x="36" y="168"/>
                  </a:moveTo>
                  <a:cubicBezTo>
                    <a:pt x="35" y="168"/>
                    <a:pt x="34" y="168"/>
                    <a:pt x="34" y="167"/>
                  </a:cubicBezTo>
                  <a:cubicBezTo>
                    <a:pt x="0" y="146"/>
                    <a:pt x="0" y="97"/>
                    <a:pt x="0" y="95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" y="25"/>
                    <a:pt x="30" y="0"/>
                    <a:pt x="6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1" y="0"/>
                    <a:pt x="78" y="1"/>
                    <a:pt x="85" y="4"/>
                  </a:cubicBezTo>
                  <a:cubicBezTo>
                    <a:pt x="88" y="5"/>
                    <a:pt x="89" y="7"/>
                    <a:pt x="88" y="9"/>
                  </a:cubicBezTo>
                  <a:cubicBezTo>
                    <a:pt x="87" y="11"/>
                    <a:pt x="85" y="12"/>
                    <a:pt x="83" y="11"/>
                  </a:cubicBezTo>
                  <a:cubicBezTo>
                    <a:pt x="77" y="9"/>
                    <a:pt x="70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41" y="8"/>
                    <a:pt x="12" y="25"/>
                    <a:pt x="8" y="50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6"/>
                    <a:pt x="8" y="142"/>
                    <a:pt x="38" y="161"/>
                  </a:cubicBezTo>
                  <a:cubicBezTo>
                    <a:pt x="40" y="162"/>
                    <a:pt x="40" y="164"/>
                    <a:pt x="39" y="166"/>
                  </a:cubicBezTo>
                  <a:cubicBezTo>
                    <a:pt x="38" y="167"/>
                    <a:pt x="37" y="168"/>
                    <a:pt x="36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A075419-7592-B8E2-263C-EEC10CC173E7}"/>
              </a:ext>
            </a:extLst>
          </p:cNvPr>
          <p:cNvGrpSpPr>
            <a:grpSpLocks noChangeAspect="1"/>
          </p:cNvGrpSpPr>
          <p:nvPr/>
        </p:nvGrpSpPr>
        <p:grpSpPr>
          <a:xfrm>
            <a:off x="6231806" y="6133039"/>
            <a:ext cx="602395" cy="913123"/>
            <a:chOff x="2768682" y="-1625593"/>
            <a:chExt cx="484189" cy="738188"/>
          </a:xfrm>
          <a:solidFill>
            <a:schemeClr val="bg1"/>
          </a:solidFill>
        </p:grpSpPr>
        <p:sp>
          <p:nvSpPr>
            <p:cNvPr id="51" name="Freeform 1330">
              <a:extLst>
                <a:ext uri="{FF2B5EF4-FFF2-40B4-BE49-F238E27FC236}">
                  <a16:creationId xmlns:a16="http://schemas.microsoft.com/office/drawing/2014/main" id="{BDBBC159-F8FB-0729-6528-1645991D4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632" y="-1187442"/>
              <a:ext cx="47625" cy="84138"/>
            </a:xfrm>
            <a:custGeom>
              <a:avLst/>
              <a:gdLst>
                <a:gd name="T0" fmla="*/ 10 w 15"/>
                <a:gd name="T1" fmla="*/ 26 h 26"/>
                <a:gd name="T2" fmla="*/ 10 w 15"/>
                <a:gd name="T3" fmla="*/ 26 h 26"/>
                <a:gd name="T4" fmla="*/ 6 w 15"/>
                <a:gd name="T5" fmla="*/ 22 h 26"/>
                <a:gd name="T6" fmla="*/ 6 w 15"/>
                <a:gd name="T7" fmla="*/ 22 h 26"/>
                <a:gd name="T8" fmla="*/ 2 w 15"/>
                <a:gd name="T9" fmla="*/ 8 h 26"/>
                <a:gd name="T10" fmla="*/ 2 w 15"/>
                <a:gd name="T11" fmla="*/ 2 h 26"/>
                <a:gd name="T12" fmla="*/ 8 w 15"/>
                <a:gd name="T13" fmla="*/ 2 h 26"/>
                <a:gd name="T14" fmla="*/ 14 w 15"/>
                <a:gd name="T15" fmla="*/ 23 h 26"/>
                <a:gd name="T16" fmla="*/ 10 w 15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26">
                  <a:moveTo>
                    <a:pt x="10" y="26"/>
                  </a:moveTo>
                  <a:cubicBezTo>
                    <a:pt x="10" y="26"/>
                    <a:pt x="10" y="26"/>
                    <a:pt x="10" y="26"/>
                  </a:cubicBezTo>
                  <a:cubicBezTo>
                    <a:pt x="7" y="26"/>
                    <a:pt x="6" y="24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19"/>
                    <a:pt x="6" y="11"/>
                    <a:pt x="2" y="8"/>
                  </a:cubicBezTo>
                  <a:cubicBezTo>
                    <a:pt x="0" y="6"/>
                    <a:pt x="0" y="4"/>
                    <a:pt x="2" y="2"/>
                  </a:cubicBezTo>
                  <a:cubicBezTo>
                    <a:pt x="3" y="1"/>
                    <a:pt x="6" y="0"/>
                    <a:pt x="8" y="2"/>
                  </a:cubicBezTo>
                  <a:cubicBezTo>
                    <a:pt x="15" y="9"/>
                    <a:pt x="14" y="22"/>
                    <a:pt x="14" y="23"/>
                  </a:cubicBezTo>
                  <a:cubicBezTo>
                    <a:pt x="14" y="25"/>
                    <a:pt x="12" y="26"/>
                    <a:pt x="10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2" name="Freeform 1331">
              <a:extLst>
                <a:ext uri="{FF2B5EF4-FFF2-40B4-BE49-F238E27FC236}">
                  <a16:creationId xmlns:a16="http://schemas.microsoft.com/office/drawing/2014/main" id="{8F613219-C274-9BE9-E951-D67FD50F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708" y="-1187442"/>
              <a:ext cx="47625" cy="84138"/>
            </a:xfrm>
            <a:custGeom>
              <a:avLst/>
              <a:gdLst>
                <a:gd name="T0" fmla="*/ 5 w 15"/>
                <a:gd name="T1" fmla="*/ 26 h 26"/>
                <a:gd name="T2" fmla="*/ 1 w 15"/>
                <a:gd name="T3" fmla="*/ 23 h 26"/>
                <a:gd name="T4" fmla="*/ 8 w 15"/>
                <a:gd name="T5" fmla="*/ 2 h 26"/>
                <a:gd name="T6" fmla="*/ 13 w 15"/>
                <a:gd name="T7" fmla="*/ 2 h 26"/>
                <a:gd name="T8" fmla="*/ 13 w 15"/>
                <a:gd name="T9" fmla="*/ 8 h 26"/>
                <a:gd name="T10" fmla="*/ 9 w 15"/>
                <a:gd name="T11" fmla="*/ 22 h 26"/>
                <a:gd name="T12" fmla="*/ 5 w 15"/>
                <a:gd name="T13" fmla="*/ 26 h 26"/>
                <a:gd name="T14" fmla="*/ 5 w 15"/>
                <a:gd name="T15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6">
                  <a:moveTo>
                    <a:pt x="5" y="26"/>
                  </a:moveTo>
                  <a:cubicBezTo>
                    <a:pt x="3" y="26"/>
                    <a:pt x="1" y="25"/>
                    <a:pt x="1" y="23"/>
                  </a:cubicBezTo>
                  <a:cubicBezTo>
                    <a:pt x="1" y="21"/>
                    <a:pt x="0" y="9"/>
                    <a:pt x="8" y="2"/>
                  </a:cubicBezTo>
                  <a:cubicBezTo>
                    <a:pt x="9" y="0"/>
                    <a:pt x="12" y="1"/>
                    <a:pt x="13" y="2"/>
                  </a:cubicBezTo>
                  <a:cubicBezTo>
                    <a:pt x="15" y="4"/>
                    <a:pt x="15" y="6"/>
                    <a:pt x="13" y="8"/>
                  </a:cubicBezTo>
                  <a:cubicBezTo>
                    <a:pt x="9" y="11"/>
                    <a:pt x="9" y="19"/>
                    <a:pt x="9" y="22"/>
                  </a:cubicBezTo>
                  <a:cubicBezTo>
                    <a:pt x="9" y="24"/>
                    <a:pt x="8" y="26"/>
                    <a:pt x="5" y="26"/>
                  </a:cubicBezTo>
                  <a:cubicBezTo>
                    <a:pt x="5" y="26"/>
                    <a:pt x="5" y="26"/>
                    <a:pt x="5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3" name="Freeform 1332">
              <a:extLst>
                <a:ext uri="{FF2B5EF4-FFF2-40B4-BE49-F238E27FC236}">
                  <a16:creationId xmlns:a16="http://schemas.microsoft.com/office/drawing/2014/main" id="{0096E74D-406C-630E-5935-D2C990BA7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682" y="-1625593"/>
              <a:ext cx="254001" cy="468313"/>
            </a:xfrm>
            <a:custGeom>
              <a:avLst/>
              <a:gdLst>
                <a:gd name="T0" fmla="*/ 39 w 80"/>
                <a:gd name="T1" fmla="*/ 147 h 147"/>
                <a:gd name="T2" fmla="*/ 36 w 80"/>
                <a:gd name="T3" fmla="*/ 146 h 147"/>
                <a:gd name="T4" fmla="*/ 0 w 80"/>
                <a:gd name="T5" fmla="*/ 79 h 147"/>
                <a:gd name="T6" fmla="*/ 76 w 80"/>
                <a:gd name="T7" fmla="*/ 0 h 147"/>
                <a:gd name="T8" fmla="*/ 80 w 80"/>
                <a:gd name="T9" fmla="*/ 4 h 147"/>
                <a:gd name="T10" fmla="*/ 76 w 80"/>
                <a:gd name="T11" fmla="*/ 8 h 147"/>
                <a:gd name="T12" fmla="*/ 8 w 80"/>
                <a:gd name="T13" fmla="*/ 79 h 147"/>
                <a:gd name="T14" fmla="*/ 41 w 80"/>
                <a:gd name="T15" fmla="*/ 140 h 147"/>
                <a:gd name="T16" fmla="*/ 42 w 80"/>
                <a:gd name="T17" fmla="*/ 145 h 147"/>
                <a:gd name="T18" fmla="*/ 39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39" y="147"/>
                  </a:moveTo>
                  <a:cubicBezTo>
                    <a:pt x="38" y="147"/>
                    <a:pt x="37" y="147"/>
                    <a:pt x="36" y="146"/>
                  </a:cubicBezTo>
                  <a:cubicBezTo>
                    <a:pt x="13" y="128"/>
                    <a:pt x="0" y="105"/>
                    <a:pt x="0" y="79"/>
                  </a:cubicBezTo>
                  <a:cubicBezTo>
                    <a:pt x="0" y="35"/>
                    <a:pt x="34" y="0"/>
                    <a:pt x="76" y="0"/>
                  </a:cubicBezTo>
                  <a:cubicBezTo>
                    <a:pt x="78" y="0"/>
                    <a:pt x="80" y="2"/>
                    <a:pt x="80" y="4"/>
                  </a:cubicBezTo>
                  <a:cubicBezTo>
                    <a:pt x="80" y="6"/>
                    <a:pt x="78" y="8"/>
                    <a:pt x="76" y="8"/>
                  </a:cubicBezTo>
                  <a:cubicBezTo>
                    <a:pt x="39" y="8"/>
                    <a:pt x="8" y="40"/>
                    <a:pt x="8" y="79"/>
                  </a:cubicBezTo>
                  <a:cubicBezTo>
                    <a:pt x="8" y="109"/>
                    <a:pt x="26" y="128"/>
                    <a:pt x="41" y="140"/>
                  </a:cubicBezTo>
                  <a:cubicBezTo>
                    <a:pt x="43" y="141"/>
                    <a:pt x="43" y="143"/>
                    <a:pt x="42" y="145"/>
                  </a:cubicBezTo>
                  <a:cubicBezTo>
                    <a:pt x="41" y="146"/>
                    <a:pt x="40" y="147"/>
                    <a:pt x="39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4" name="Freeform 1333">
              <a:extLst>
                <a:ext uri="{FF2B5EF4-FFF2-40B4-BE49-F238E27FC236}">
                  <a16:creationId xmlns:a16="http://schemas.microsoft.com/office/drawing/2014/main" id="{489A0D0E-C28E-851A-D94B-FB4D0E051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625593"/>
              <a:ext cx="255588" cy="468313"/>
            </a:xfrm>
            <a:custGeom>
              <a:avLst/>
              <a:gdLst>
                <a:gd name="T0" fmla="*/ 41 w 80"/>
                <a:gd name="T1" fmla="*/ 147 h 147"/>
                <a:gd name="T2" fmla="*/ 38 w 80"/>
                <a:gd name="T3" fmla="*/ 145 h 147"/>
                <a:gd name="T4" fmla="*/ 39 w 80"/>
                <a:gd name="T5" fmla="*/ 140 h 147"/>
                <a:gd name="T6" fmla="*/ 72 w 80"/>
                <a:gd name="T7" fmla="*/ 79 h 147"/>
                <a:gd name="T8" fmla="*/ 4 w 80"/>
                <a:gd name="T9" fmla="*/ 8 h 147"/>
                <a:gd name="T10" fmla="*/ 0 w 80"/>
                <a:gd name="T11" fmla="*/ 4 h 147"/>
                <a:gd name="T12" fmla="*/ 4 w 80"/>
                <a:gd name="T13" fmla="*/ 0 h 147"/>
                <a:gd name="T14" fmla="*/ 80 w 80"/>
                <a:gd name="T15" fmla="*/ 79 h 147"/>
                <a:gd name="T16" fmla="*/ 44 w 80"/>
                <a:gd name="T17" fmla="*/ 146 h 147"/>
                <a:gd name="T18" fmla="*/ 41 w 80"/>
                <a:gd name="T19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147">
                  <a:moveTo>
                    <a:pt x="41" y="147"/>
                  </a:moveTo>
                  <a:cubicBezTo>
                    <a:pt x="40" y="147"/>
                    <a:pt x="39" y="146"/>
                    <a:pt x="38" y="145"/>
                  </a:cubicBezTo>
                  <a:cubicBezTo>
                    <a:pt x="37" y="143"/>
                    <a:pt x="37" y="141"/>
                    <a:pt x="39" y="140"/>
                  </a:cubicBezTo>
                  <a:cubicBezTo>
                    <a:pt x="54" y="128"/>
                    <a:pt x="72" y="109"/>
                    <a:pt x="72" y="79"/>
                  </a:cubicBezTo>
                  <a:cubicBezTo>
                    <a:pt x="72" y="40"/>
                    <a:pt x="41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6" y="0"/>
                    <a:pt x="80" y="35"/>
                    <a:pt x="80" y="79"/>
                  </a:cubicBezTo>
                  <a:cubicBezTo>
                    <a:pt x="80" y="105"/>
                    <a:pt x="67" y="128"/>
                    <a:pt x="44" y="146"/>
                  </a:cubicBezTo>
                  <a:cubicBezTo>
                    <a:pt x="43" y="147"/>
                    <a:pt x="42" y="147"/>
                    <a:pt x="41" y="1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5" name="Freeform 1334">
              <a:extLst>
                <a:ext uri="{FF2B5EF4-FFF2-40B4-BE49-F238E27FC236}">
                  <a16:creationId xmlns:a16="http://schemas.microsoft.com/office/drawing/2014/main" id="{F509A8E9-FB3F-DCF8-90A9-72E296D58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683" y="-1128705"/>
              <a:ext cx="127000" cy="241300"/>
            </a:xfrm>
            <a:custGeom>
              <a:avLst/>
              <a:gdLst>
                <a:gd name="T0" fmla="*/ 36 w 40"/>
                <a:gd name="T1" fmla="*/ 76 h 76"/>
                <a:gd name="T2" fmla="*/ 0 w 40"/>
                <a:gd name="T3" fmla="*/ 49 h 76"/>
                <a:gd name="T4" fmla="*/ 0 w 40"/>
                <a:gd name="T5" fmla="*/ 48 h 76"/>
                <a:gd name="T6" fmla="*/ 0 w 40"/>
                <a:gd name="T7" fmla="*/ 4 h 76"/>
                <a:gd name="T8" fmla="*/ 4 w 40"/>
                <a:gd name="T9" fmla="*/ 0 h 76"/>
                <a:gd name="T10" fmla="*/ 8 w 40"/>
                <a:gd name="T11" fmla="*/ 4 h 76"/>
                <a:gd name="T12" fmla="*/ 8 w 40"/>
                <a:gd name="T13" fmla="*/ 48 h 76"/>
                <a:gd name="T14" fmla="*/ 36 w 40"/>
                <a:gd name="T15" fmla="*/ 68 h 76"/>
                <a:gd name="T16" fmla="*/ 40 w 40"/>
                <a:gd name="T17" fmla="*/ 72 h 76"/>
                <a:gd name="T18" fmla="*/ 36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36" y="76"/>
                  </a:moveTo>
                  <a:cubicBezTo>
                    <a:pt x="5" y="76"/>
                    <a:pt x="0" y="49"/>
                    <a:pt x="0" y="49"/>
                  </a:cubicBezTo>
                  <a:cubicBezTo>
                    <a:pt x="0" y="49"/>
                    <a:pt x="0" y="49"/>
                    <a:pt x="0" y="4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13" y="68"/>
                    <a:pt x="36" y="68"/>
                  </a:cubicBezTo>
                  <a:cubicBezTo>
                    <a:pt x="38" y="68"/>
                    <a:pt x="40" y="70"/>
                    <a:pt x="40" y="72"/>
                  </a:cubicBezTo>
                  <a:cubicBezTo>
                    <a:pt x="40" y="74"/>
                    <a:pt x="38" y="76"/>
                    <a:pt x="36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6" name="Freeform 1335">
              <a:extLst>
                <a:ext uri="{FF2B5EF4-FFF2-40B4-BE49-F238E27FC236}">
                  <a16:creationId xmlns:a16="http://schemas.microsoft.com/office/drawing/2014/main" id="{725E2E1F-059A-9E5A-5157-0BB2567BB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283" y="-1128705"/>
              <a:ext cx="127000" cy="241300"/>
            </a:xfrm>
            <a:custGeom>
              <a:avLst/>
              <a:gdLst>
                <a:gd name="T0" fmla="*/ 4 w 40"/>
                <a:gd name="T1" fmla="*/ 76 h 76"/>
                <a:gd name="T2" fmla="*/ 0 w 40"/>
                <a:gd name="T3" fmla="*/ 72 h 76"/>
                <a:gd name="T4" fmla="*/ 4 w 40"/>
                <a:gd name="T5" fmla="*/ 68 h 76"/>
                <a:gd name="T6" fmla="*/ 32 w 40"/>
                <a:gd name="T7" fmla="*/ 48 h 76"/>
                <a:gd name="T8" fmla="*/ 32 w 40"/>
                <a:gd name="T9" fmla="*/ 4 h 76"/>
                <a:gd name="T10" fmla="*/ 36 w 40"/>
                <a:gd name="T11" fmla="*/ 0 h 76"/>
                <a:gd name="T12" fmla="*/ 40 w 40"/>
                <a:gd name="T13" fmla="*/ 4 h 76"/>
                <a:gd name="T14" fmla="*/ 40 w 40"/>
                <a:gd name="T15" fmla="*/ 48 h 76"/>
                <a:gd name="T16" fmla="*/ 40 w 40"/>
                <a:gd name="T17" fmla="*/ 49 h 76"/>
                <a:gd name="T18" fmla="*/ 4 w 40"/>
                <a:gd name="T1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76">
                  <a:moveTo>
                    <a:pt x="4" y="76"/>
                  </a:moveTo>
                  <a:cubicBezTo>
                    <a:pt x="2" y="76"/>
                    <a:pt x="0" y="74"/>
                    <a:pt x="0" y="72"/>
                  </a:cubicBezTo>
                  <a:cubicBezTo>
                    <a:pt x="0" y="70"/>
                    <a:pt x="2" y="68"/>
                    <a:pt x="4" y="68"/>
                  </a:cubicBezTo>
                  <a:cubicBezTo>
                    <a:pt x="27" y="68"/>
                    <a:pt x="32" y="51"/>
                    <a:pt x="32" y="48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4" y="0"/>
                    <a:pt x="36" y="0"/>
                  </a:cubicBezTo>
                  <a:cubicBezTo>
                    <a:pt x="38" y="0"/>
                    <a:pt x="40" y="2"/>
                    <a:pt x="40" y="4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35" y="76"/>
                    <a:pt x="4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57" name="Freeform 1336">
              <a:extLst>
                <a:ext uri="{FF2B5EF4-FFF2-40B4-BE49-F238E27FC236}">
                  <a16:creationId xmlns:a16="http://schemas.microsoft.com/office/drawing/2014/main" id="{C83A24E5-1EBD-3C06-847D-C2921EC7A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507" y="-1093780"/>
              <a:ext cx="234951" cy="57150"/>
            </a:xfrm>
            <a:custGeom>
              <a:avLst/>
              <a:gdLst>
                <a:gd name="T0" fmla="*/ 38 w 74"/>
                <a:gd name="T1" fmla="*/ 17 h 18"/>
                <a:gd name="T2" fmla="*/ 3 w 74"/>
                <a:gd name="T3" fmla="*/ 8 h 18"/>
                <a:gd name="T4" fmla="*/ 2 w 74"/>
                <a:gd name="T5" fmla="*/ 3 h 18"/>
                <a:gd name="T6" fmla="*/ 7 w 74"/>
                <a:gd name="T7" fmla="*/ 1 h 18"/>
                <a:gd name="T8" fmla="*/ 67 w 74"/>
                <a:gd name="T9" fmla="*/ 1 h 18"/>
                <a:gd name="T10" fmla="*/ 72 w 74"/>
                <a:gd name="T11" fmla="*/ 3 h 18"/>
                <a:gd name="T12" fmla="*/ 71 w 74"/>
                <a:gd name="T13" fmla="*/ 8 h 18"/>
                <a:gd name="T14" fmla="*/ 38 w 74"/>
                <a:gd name="T15" fmla="*/ 1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" h="18">
                  <a:moveTo>
                    <a:pt x="38" y="17"/>
                  </a:moveTo>
                  <a:cubicBezTo>
                    <a:pt x="19" y="17"/>
                    <a:pt x="4" y="9"/>
                    <a:pt x="3" y="8"/>
                  </a:cubicBezTo>
                  <a:cubicBezTo>
                    <a:pt x="1" y="7"/>
                    <a:pt x="0" y="5"/>
                    <a:pt x="2" y="3"/>
                  </a:cubicBezTo>
                  <a:cubicBezTo>
                    <a:pt x="3" y="1"/>
                    <a:pt x="5" y="0"/>
                    <a:pt x="7" y="1"/>
                  </a:cubicBezTo>
                  <a:cubicBezTo>
                    <a:pt x="7" y="2"/>
                    <a:pt x="38" y="18"/>
                    <a:pt x="67" y="1"/>
                  </a:cubicBezTo>
                  <a:cubicBezTo>
                    <a:pt x="69" y="0"/>
                    <a:pt x="71" y="1"/>
                    <a:pt x="72" y="3"/>
                  </a:cubicBezTo>
                  <a:cubicBezTo>
                    <a:pt x="74" y="5"/>
                    <a:pt x="73" y="7"/>
                    <a:pt x="71" y="8"/>
                  </a:cubicBezTo>
                  <a:cubicBezTo>
                    <a:pt x="60" y="15"/>
                    <a:pt x="48" y="17"/>
                    <a:pt x="38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096056D-32CC-8550-CA07-79D9F2634646}"/>
              </a:ext>
            </a:extLst>
          </p:cNvPr>
          <p:cNvGrpSpPr>
            <a:grpSpLocks noChangeAspect="1"/>
          </p:cNvGrpSpPr>
          <p:nvPr/>
        </p:nvGrpSpPr>
        <p:grpSpPr>
          <a:xfrm rot="15748043">
            <a:off x="-5632772" y="4088833"/>
            <a:ext cx="987531" cy="558149"/>
            <a:chOff x="-176142" y="-38090"/>
            <a:chExt cx="765178" cy="434975"/>
          </a:xfrm>
          <a:solidFill>
            <a:schemeClr val="bg1"/>
          </a:solidFill>
        </p:grpSpPr>
        <p:sp>
          <p:nvSpPr>
            <p:cNvPr id="59" name="Freeform 1342">
              <a:extLst>
                <a:ext uri="{FF2B5EF4-FFF2-40B4-BE49-F238E27FC236}">
                  <a16:creationId xmlns:a16="http://schemas.microsoft.com/office/drawing/2014/main" id="{7CF87655-624C-5F82-911D-0BF341D9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97" y="15885"/>
              <a:ext cx="223838" cy="187325"/>
            </a:xfrm>
            <a:custGeom>
              <a:avLst/>
              <a:gdLst>
                <a:gd name="T0" fmla="*/ 5 w 70"/>
                <a:gd name="T1" fmla="*/ 59 h 59"/>
                <a:gd name="T2" fmla="*/ 2 w 70"/>
                <a:gd name="T3" fmla="*/ 58 h 59"/>
                <a:gd name="T4" fmla="*/ 2 w 70"/>
                <a:gd name="T5" fmla="*/ 52 h 59"/>
                <a:gd name="T6" fmla="*/ 63 w 70"/>
                <a:gd name="T7" fmla="*/ 1 h 59"/>
                <a:gd name="T8" fmla="*/ 68 w 70"/>
                <a:gd name="T9" fmla="*/ 1 h 59"/>
                <a:gd name="T10" fmla="*/ 68 w 70"/>
                <a:gd name="T11" fmla="*/ 7 h 59"/>
                <a:gd name="T12" fmla="*/ 7 w 70"/>
                <a:gd name="T13" fmla="*/ 58 h 59"/>
                <a:gd name="T14" fmla="*/ 5 w 70"/>
                <a:gd name="T1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59">
                  <a:moveTo>
                    <a:pt x="5" y="59"/>
                  </a:moveTo>
                  <a:cubicBezTo>
                    <a:pt x="3" y="59"/>
                    <a:pt x="2" y="59"/>
                    <a:pt x="2" y="58"/>
                  </a:cubicBezTo>
                  <a:cubicBezTo>
                    <a:pt x="0" y="56"/>
                    <a:pt x="0" y="53"/>
                    <a:pt x="2" y="52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4" y="0"/>
                    <a:pt x="67" y="0"/>
                    <a:pt x="68" y="1"/>
                  </a:cubicBezTo>
                  <a:cubicBezTo>
                    <a:pt x="70" y="3"/>
                    <a:pt x="70" y="6"/>
                    <a:pt x="68" y="7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6" y="59"/>
                    <a:pt x="6" y="59"/>
                    <a:pt x="5" y="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0" name="Freeform 1343">
              <a:extLst>
                <a:ext uri="{FF2B5EF4-FFF2-40B4-BE49-F238E27FC236}">
                  <a16:creationId xmlns:a16="http://schemas.microsoft.com/office/drawing/2014/main" id="{63A5CB55-8A5F-9BE7-C438-CB375368C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97" y="114310"/>
              <a:ext cx="184151" cy="98425"/>
            </a:xfrm>
            <a:custGeom>
              <a:avLst/>
              <a:gdLst>
                <a:gd name="T0" fmla="*/ 54 w 58"/>
                <a:gd name="T1" fmla="*/ 31 h 31"/>
                <a:gd name="T2" fmla="*/ 52 w 58"/>
                <a:gd name="T3" fmla="*/ 30 h 31"/>
                <a:gd name="T4" fmla="*/ 3 w 58"/>
                <a:gd name="T5" fmla="*/ 8 h 31"/>
                <a:gd name="T6" fmla="*/ 1 w 58"/>
                <a:gd name="T7" fmla="*/ 3 h 31"/>
                <a:gd name="T8" fmla="*/ 7 w 58"/>
                <a:gd name="T9" fmla="*/ 1 h 31"/>
                <a:gd name="T10" fmla="*/ 55 w 58"/>
                <a:gd name="T11" fmla="*/ 23 h 31"/>
                <a:gd name="T12" fmla="*/ 57 w 58"/>
                <a:gd name="T13" fmla="*/ 28 h 31"/>
                <a:gd name="T14" fmla="*/ 54 w 58"/>
                <a:gd name="T1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1">
                  <a:moveTo>
                    <a:pt x="54" y="31"/>
                  </a:moveTo>
                  <a:cubicBezTo>
                    <a:pt x="53" y="31"/>
                    <a:pt x="53" y="31"/>
                    <a:pt x="52" y="3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7" y="24"/>
                    <a:pt x="58" y="26"/>
                    <a:pt x="57" y="28"/>
                  </a:cubicBezTo>
                  <a:cubicBezTo>
                    <a:pt x="57" y="30"/>
                    <a:pt x="55" y="31"/>
                    <a:pt x="54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1" name="Freeform 1344">
              <a:extLst>
                <a:ext uri="{FF2B5EF4-FFF2-40B4-BE49-F238E27FC236}">
                  <a16:creationId xmlns:a16="http://schemas.microsoft.com/office/drawing/2014/main" id="{7DB7AEF6-A833-8BCC-E288-587AB07F4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5342" y="123835"/>
              <a:ext cx="198438" cy="219075"/>
            </a:xfrm>
            <a:custGeom>
              <a:avLst/>
              <a:gdLst>
                <a:gd name="T0" fmla="*/ 5 w 62"/>
                <a:gd name="T1" fmla="*/ 69 h 69"/>
                <a:gd name="T2" fmla="*/ 2 w 62"/>
                <a:gd name="T3" fmla="*/ 68 h 69"/>
                <a:gd name="T4" fmla="*/ 2 w 62"/>
                <a:gd name="T5" fmla="*/ 62 h 69"/>
                <a:gd name="T6" fmla="*/ 55 w 62"/>
                <a:gd name="T7" fmla="*/ 2 h 69"/>
                <a:gd name="T8" fmla="*/ 60 w 62"/>
                <a:gd name="T9" fmla="*/ 1 h 69"/>
                <a:gd name="T10" fmla="*/ 61 w 62"/>
                <a:gd name="T11" fmla="*/ 7 h 69"/>
                <a:gd name="T12" fmla="*/ 8 w 62"/>
                <a:gd name="T13" fmla="*/ 67 h 69"/>
                <a:gd name="T14" fmla="*/ 5 w 62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" h="69">
                  <a:moveTo>
                    <a:pt x="5" y="69"/>
                  </a:moveTo>
                  <a:cubicBezTo>
                    <a:pt x="4" y="69"/>
                    <a:pt x="3" y="68"/>
                    <a:pt x="2" y="68"/>
                  </a:cubicBezTo>
                  <a:cubicBezTo>
                    <a:pt x="0" y="66"/>
                    <a:pt x="0" y="64"/>
                    <a:pt x="2" y="62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6" y="0"/>
                    <a:pt x="59" y="0"/>
                    <a:pt x="60" y="1"/>
                  </a:cubicBezTo>
                  <a:cubicBezTo>
                    <a:pt x="62" y="3"/>
                    <a:pt x="62" y="5"/>
                    <a:pt x="61" y="7"/>
                  </a:cubicBezTo>
                  <a:cubicBezTo>
                    <a:pt x="8" y="67"/>
                    <a:pt x="8" y="67"/>
                    <a:pt x="8" y="67"/>
                  </a:cubicBezTo>
                  <a:cubicBezTo>
                    <a:pt x="7" y="68"/>
                    <a:pt x="6" y="69"/>
                    <a:pt x="5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2" name="Freeform 1345">
              <a:extLst>
                <a:ext uri="{FF2B5EF4-FFF2-40B4-BE49-F238E27FC236}">
                  <a16:creationId xmlns:a16="http://schemas.microsoft.com/office/drawing/2014/main" id="{A8B0B003-DE01-B37D-5F9D-87CD3D0EA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176142" y="3079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3" name="Freeform 1346">
              <a:extLst>
                <a:ext uri="{FF2B5EF4-FFF2-40B4-BE49-F238E27FC236}">
                  <a16:creationId xmlns:a16="http://schemas.microsoft.com/office/drawing/2014/main" id="{0CB2D67F-8919-455B-8141-9CF64DCFC5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59" y="66685"/>
              <a:ext cx="90488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4" name="Freeform 1347">
              <a:extLst>
                <a:ext uri="{FF2B5EF4-FFF2-40B4-BE49-F238E27FC236}">
                  <a16:creationId xmlns:a16="http://schemas.microsoft.com/office/drawing/2014/main" id="{B6624863-46D1-BEEF-AE81-2A27A21A3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7247" y="168285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65" name="Freeform 1348">
              <a:extLst>
                <a:ext uri="{FF2B5EF4-FFF2-40B4-BE49-F238E27FC236}">
                  <a16:creationId xmlns:a16="http://schemas.microsoft.com/office/drawing/2014/main" id="{3975CB36-291D-EB07-6010-251BD0D5A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0136" y="-38090"/>
              <a:ext cx="88900" cy="88900"/>
            </a:xfrm>
            <a:custGeom>
              <a:avLst/>
              <a:gdLst>
                <a:gd name="T0" fmla="*/ 14 w 28"/>
                <a:gd name="T1" fmla="*/ 28 h 28"/>
                <a:gd name="T2" fmla="*/ 0 w 28"/>
                <a:gd name="T3" fmla="*/ 14 h 28"/>
                <a:gd name="T4" fmla="*/ 14 w 28"/>
                <a:gd name="T5" fmla="*/ 0 h 28"/>
                <a:gd name="T6" fmla="*/ 28 w 28"/>
                <a:gd name="T7" fmla="*/ 14 h 28"/>
                <a:gd name="T8" fmla="*/ 14 w 28"/>
                <a:gd name="T9" fmla="*/ 28 h 28"/>
                <a:gd name="T10" fmla="*/ 14 w 28"/>
                <a:gd name="T11" fmla="*/ 8 h 28"/>
                <a:gd name="T12" fmla="*/ 8 w 28"/>
                <a:gd name="T13" fmla="*/ 14 h 28"/>
                <a:gd name="T14" fmla="*/ 14 w 28"/>
                <a:gd name="T15" fmla="*/ 20 h 28"/>
                <a:gd name="T16" fmla="*/ 20 w 28"/>
                <a:gd name="T17" fmla="*/ 14 h 28"/>
                <a:gd name="T18" fmla="*/ 14 w 28"/>
                <a:gd name="T19" fmla="*/ 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28"/>
                  </a:moveTo>
                  <a:cubicBezTo>
                    <a:pt x="6" y="28"/>
                    <a:pt x="0" y="22"/>
                    <a:pt x="0" y="14"/>
                  </a:cubicBezTo>
                  <a:cubicBezTo>
                    <a:pt x="0" y="6"/>
                    <a:pt x="6" y="0"/>
                    <a:pt x="14" y="0"/>
                  </a:cubicBezTo>
                  <a:cubicBezTo>
                    <a:pt x="22" y="0"/>
                    <a:pt x="28" y="6"/>
                    <a:pt x="28" y="14"/>
                  </a:cubicBezTo>
                  <a:cubicBezTo>
                    <a:pt x="28" y="22"/>
                    <a:pt x="22" y="28"/>
                    <a:pt x="14" y="28"/>
                  </a:cubicBezTo>
                  <a:close/>
                  <a:moveTo>
                    <a:pt x="14" y="8"/>
                  </a:moveTo>
                  <a:cubicBezTo>
                    <a:pt x="11" y="8"/>
                    <a:pt x="8" y="11"/>
                    <a:pt x="8" y="14"/>
                  </a:cubicBezTo>
                  <a:cubicBezTo>
                    <a:pt x="8" y="17"/>
                    <a:pt x="11" y="20"/>
                    <a:pt x="14" y="20"/>
                  </a:cubicBezTo>
                  <a:cubicBezTo>
                    <a:pt x="17" y="20"/>
                    <a:pt x="20" y="17"/>
                    <a:pt x="20" y="14"/>
                  </a:cubicBezTo>
                  <a:cubicBezTo>
                    <a:pt x="20" y="11"/>
                    <a:pt x="17" y="8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Picture Placeholder 68" descr="Earth">
                <a:extLst>
                  <a:ext uri="{FF2B5EF4-FFF2-40B4-BE49-F238E27FC236}">
                    <a16:creationId xmlns:a16="http://schemas.microsoft.com/office/drawing/2014/main" id="{A36D1F68-6DA5-AA35-1D10-7594A76C3D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2881860"/>
                  </p:ext>
                </p:extLst>
              </p:nvPr>
            </p:nvGraphicFramePr>
            <p:xfrm>
              <a:off x="-3685873" y="2958383"/>
              <a:ext cx="7740030" cy="7740030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740030" cy="7740030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-2291973" ay="-2885226" az="182115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400440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Picture Placeholder 68" descr="Earth">
                <a:extLst>
                  <a:ext uri="{FF2B5EF4-FFF2-40B4-BE49-F238E27FC236}">
                    <a16:creationId xmlns:a16="http://schemas.microsoft.com/office/drawing/2014/main" id="{A36D1F68-6DA5-AA35-1D10-7594A76C3D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685873" y="2958383"/>
                <a:ext cx="7740030" cy="774003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0068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1E34F-7FE0-B241-396D-F435AE529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56D89-934D-579C-5B49-277D47D2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21</a:t>
            </a:fld>
            <a:endParaRPr lang="en-ID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4CA729A-F983-03B8-671E-F5D0CE4D43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Playfair Display" pitchFamily="2" charset="0"/>
              </a:rPr>
              <a:t>SIX CORE KPIs</a:t>
            </a:r>
            <a:endParaRPr lang="en-ID" sz="6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5B38D0D-B6B9-B3E5-765C-48525A8BCC7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The institution's overall position in the combined ranking, built from the QS 2025 and THE ranking positions. Displayed as both a numeric rank and an overall score out of 100. </a:t>
            </a:r>
          </a:p>
          <a:p>
            <a:r>
              <a:rPr lang="en-US" sz="1400" dirty="0"/>
              <a:t>Derived from: rank_2024_numeric, rank_2025_numeric, </a:t>
            </a:r>
            <a:r>
              <a:rPr lang="en-US" sz="1400" dirty="0" err="1"/>
              <a:t>overall_score</a:t>
            </a:r>
            <a:r>
              <a:rPr lang="en-US" sz="1400" dirty="0"/>
              <a:t>. </a:t>
            </a:r>
            <a:endParaRPr lang="en-ID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200C5DE-384B-E139-982B-E7EDD4836E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>
                <a:latin typeface="Inter" panose="020B0502030000000004"/>
              </a:rPr>
              <a:t>Global Ranking Score</a:t>
            </a:r>
            <a:endParaRPr lang="en-ID" sz="3000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E3611D6-B08C-EB0B-7C5A-D842B8593E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dirty="0">
                <a:latin typeface="Inter" panose="020B0502030000000004"/>
              </a:rPr>
              <a:t>Research Impact Score </a:t>
            </a:r>
            <a:endParaRPr lang="en-ID" sz="3000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1D379C3E-1806-1FCC-62B0-217FB8D25E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IN" dirty="0">
                <a:latin typeface="Inter" panose="020B0502030000000004"/>
              </a:rPr>
              <a:t>Faculty-to-Student Ratio </a:t>
            </a:r>
            <a:endParaRPr lang="en-ID" sz="3000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7FF5229-A48A-598B-EF2E-333CEBF8F98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A composite measure of an institution's research output and influence, combining research volume, citation strength, and industry income. </a:t>
            </a:r>
          </a:p>
          <a:p>
            <a:r>
              <a:rPr lang="en-US" sz="1400" dirty="0"/>
              <a:t>Derived from: </a:t>
            </a:r>
            <a:r>
              <a:rPr lang="en-US" sz="1400" dirty="0" err="1"/>
              <a:t>scores_research</a:t>
            </a:r>
            <a:r>
              <a:rPr lang="en-US" sz="1400" dirty="0"/>
              <a:t>, </a:t>
            </a:r>
            <a:r>
              <a:rPr lang="en-US" sz="1400" dirty="0" err="1"/>
              <a:t>scores_citations</a:t>
            </a:r>
            <a:r>
              <a:rPr lang="en-US" sz="1400" dirty="0"/>
              <a:t>, </a:t>
            </a:r>
            <a:r>
              <a:rPr lang="en-US" sz="1400" dirty="0" err="1"/>
              <a:t>scores_industry_income</a:t>
            </a:r>
            <a:r>
              <a:rPr lang="en-US" sz="1400" dirty="0"/>
              <a:t>. 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9B30CF7-C9F8-8849-C837-75A5E4378F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The number of students per faculty member at an institution, expressed as a ratio such as 1 to 17.3. A lower number of students per faculty member generally indicates more individual attention. </a:t>
            </a:r>
          </a:p>
          <a:p>
            <a:r>
              <a:rPr lang="en-US" sz="1400" dirty="0"/>
              <a:t>Derived from: </a:t>
            </a:r>
            <a:r>
              <a:rPr lang="en-US" sz="1400" dirty="0" err="1"/>
              <a:t>student_staff_ratio</a:t>
            </a:r>
            <a:r>
              <a:rPr lang="en-US" sz="1400" dirty="0"/>
              <a:t>, </a:t>
            </a:r>
            <a:r>
              <a:rPr lang="en-US" sz="1400" dirty="0" err="1"/>
              <a:t>total_students</a:t>
            </a:r>
            <a:r>
              <a:rPr lang="en-US" sz="1400" dirty="0"/>
              <a:t>. </a:t>
            </a:r>
            <a:endParaRPr lang="en-ID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78707AC-A1D1-B15D-23E1-3DEDF7B63025}"/>
              </a:ext>
            </a:extLst>
          </p:cNvPr>
          <p:cNvSpPr/>
          <p:nvPr/>
        </p:nvSpPr>
        <p:spPr>
          <a:xfrm>
            <a:off x="6020598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2897E25-A7CD-2F5D-1206-80A818F2F2C8}"/>
              </a:ext>
            </a:extLst>
          </p:cNvPr>
          <p:cNvSpPr/>
          <p:nvPr/>
        </p:nvSpPr>
        <p:spPr>
          <a:xfrm>
            <a:off x="7584605" y="5861618"/>
            <a:ext cx="400558" cy="40055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A36AD8-93C4-074F-E8F6-2409D8BDEFCC}"/>
              </a:ext>
            </a:extLst>
          </p:cNvPr>
          <p:cNvSpPr/>
          <p:nvPr/>
        </p:nvSpPr>
        <p:spPr>
          <a:xfrm>
            <a:off x="6506990" y="6262178"/>
            <a:ext cx="1191645" cy="1191645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4CE5668-3AE9-6A9A-BB72-C0006763D02B}"/>
              </a:ext>
            </a:extLst>
          </p:cNvPr>
          <p:cNvSpPr/>
          <p:nvPr/>
        </p:nvSpPr>
        <p:spPr>
          <a:xfrm>
            <a:off x="12057409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2CB985B-6460-D5AA-909B-2BAFCFB8C37C}"/>
              </a:ext>
            </a:extLst>
          </p:cNvPr>
          <p:cNvSpPr/>
          <p:nvPr/>
        </p:nvSpPr>
        <p:spPr>
          <a:xfrm>
            <a:off x="15260816" y="6262178"/>
            <a:ext cx="1191645" cy="1191645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26FC243-973C-8E1A-36B5-CC9A1E259A57}"/>
              </a:ext>
            </a:extLst>
          </p:cNvPr>
          <p:cNvSpPr/>
          <p:nvPr/>
        </p:nvSpPr>
        <p:spPr>
          <a:xfrm>
            <a:off x="18254167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D1D022-4EF4-D651-ABA8-A03C175D9D23}"/>
              </a:ext>
            </a:extLst>
          </p:cNvPr>
          <p:cNvSpPr/>
          <p:nvPr/>
        </p:nvSpPr>
        <p:spPr>
          <a:xfrm>
            <a:off x="19927512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97549A3-22C4-C418-3DE6-50E8069684D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4716361" y="5717723"/>
            <a:ext cx="0" cy="2280554"/>
          </a:xfrm>
          <a:prstGeom prst="line">
            <a:avLst/>
          </a:prstGeom>
          <a:ln w="19050">
            <a:solidFill>
              <a:schemeClr val="bg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Picture Placeholder 68" descr="Earth">
                <a:extLst>
                  <a:ext uri="{FF2B5EF4-FFF2-40B4-BE49-F238E27FC236}">
                    <a16:creationId xmlns:a16="http://schemas.microsoft.com/office/drawing/2014/main" id="{FA1E44A3-7CDB-C2B9-A6FC-CA068BA857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89075378"/>
                  </p:ext>
                </p:extLst>
              </p:nvPr>
            </p:nvGraphicFramePr>
            <p:xfrm>
              <a:off x="-7147828" y="996924"/>
              <a:ext cx="12513203" cy="1251320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513203" cy="12513205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-1139275" ay="-1300613" az="434582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27190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Picture Placeholder 68" descr="Earth">
                <a:extLst>
                  <a:ext uri="{FF2B5EF4-FFF2-40B4-BE49-F238E27FC236}">
                    <a16:creationId xmlns:a16="http://schemas.microsoft.com/office/drawing/2014/main" id="{FA1E44A3-7CDB-C2B9-A6FC-CA068BA857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147828" y="996924"/>
                <a:ext cx="12513203" cy="12513205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138FDF6-5B1D-023F-84E4-B334D19D5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-2996302" y="-5861077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26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4170-EFF0-6707-DD5D-9618F334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796E1-61A6-9135-02B2-7356313C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22</a:t>
            </a:fld>
            <a:endParaRPr lang="en-ID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E472442-B9D4-669A-8CEC-40CDD6B8C1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chemeClr val="bg1"/>
                </a:solidFill>
                <a:latin typeface="Playfair Display" pitchFamily="2" charset="0"/>
              </a:rPr>
              <a:t>SIX CORE KPIs</a:t>
            </a:r>
            <a:endParaRPr lang="en-ID" sz="6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53D6A5A-2662-A3B2-61AA-C2BDAD894F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80147" y="10220551"/>
            <a:ext cx="4633200" cy="1422000"/>
          </a:xfrm>
        </p:spPr>
        <p:txBody>
          <a:bodyPr>
            <a:noAutofit/>
          </a:bodyPr>
          <a:lstStyle/>
          <a:p>
            <a:r>
              <a:rPr lang="en-US" sz="1400" dirty="0"/>
              <a:t>The share of an institution's total enrolled students who are international students. </a:t>
            </a:r>
          </a:p>
          <a:p>
            <a:r>
              <a:rPr lang="en-US" sz="1400" dirty="0"/>
              <a:t>Derived from: </a:t>
            </a:r>
            <a:r>
              <a:rPr lang="en-US" sz="1400" dirty="0" err="1"/>
              <a:t>international_students_percentage</a:t>
            </a:r>
            <a:r>
              <a:rPr lang="en-US" sz="1400" dirty="0"/>
              <a:t>, </a:t>
            </a:r>
            <a:r>
              <a:rPr lang="en-US" sz="1400" dirty="0" err="1"/>
              <a:t>total_students</a:t>
            </a:r>
            <a:r>
              <a:rPr lang="en-US" sz="1400" dirty="0"/>
              <a:t>. </a:t>
            </a:r>
            <a:endParaRPr lang="en-ID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152340AE-6D41-589B-3C36-EB3E8D4C1A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Inter" panose="020B0502030000000004"/>
              </a:rPr>
              <a:t>International Student Percentage </a:t>
            </a:r>
            <a:endParaRPr lang="en-ID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CD159F4C-A80B-6BE1-417E-2E57589918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Inter" panose="020B0502030000000004"/>
              </a:rPr>
              <a:t>Academic Reputation Score </a:t>
            </a:r>
            <a:endParaRPr lang="en-ID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23AC39A-87B6-F9C6-4735-733D468791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Autofit/>
          </a:bodyPr>
          <a:lstStyle/>
          <a:p>
            <a:r>
              <a:rPr lang="en-IN" dirty="0">
                <a:latin typeface="Inter" panose="020B0502030000000004"/>
              </a:rPr>
              <a:t>Research Productivity Index </a:t>
            </a:r>
            <a:endParaRPr lang="en-ID" dirty="0">
              <a:solidFill>
                <a:schemeClr val="bg1"/>
              </a:solidFill>
              <a:latin typeface="Inter" panose="020B0502030000000004"/>
              <a:ea typeface="Inter" panose="020B0502030000000004" pitchFamily="34" charset="0"/>
            </a:endParaRP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0C352F06-D9D9-B9B4-B191-1CF22BFE31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024663" y="10185895"/>
            <a:ext cx="4633200" cy="1422000"/>
          </a:xfrm>
        </p:spPr>
        <p:txBody>
          <a:bodyPr>
            <a:noAutofit/>
          </a:bodyPr>
          <a:lstStyle/>
          <a:p>
            <a:r>
              <a:rPr lang="en-US" sz="1400" dirty="0"/>
              <a:t>A survey based measure of how highly an institution is regarded by academic peers, one of the core inputs to the QS ranking methodology. </a:t>
            </a:r>
          </a:p>
          <a:p>
            <a:r>
              <a:rPr lang="en-US" sz="1400" dirty="0"/>
              <a:t>Derived from: </a:t>
            </a:r>
            <a:r>
              <a:rPr lang="en-US" sz="1400" dirty="0" err="1"/>
              <a:t>academic_reputation</a:t>
            </a:r>
            <a:r>
              <a:rPr lang="en-US" sz="1400" dirty="0"/>
              <a:t>, </a:t>
            </a:r>
            <a:r>
              <a:rPr lang="en-US" sz="1400" dirty="0" err="1"/>
              <a:t>employer_reputation</a:t>
            </a:r>
            <a:r>
              <a:rPr lang="en-US" sz="1400" dirty="0"/>
              <a:t>. </a:t>
            </a:r>
            <a:endParaRPr lang="en-ID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7D954644-8C39-1180-3F10-B292E0D7CD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A normalized measure of research output volume relative to institution size, allowing fair comparison between large and small institutions. </a:t>
            </a:r>
          </a:p>
          <a:p>
            <a:r>
              <a:rPr lang="en-US" sz="1400" dirty="0"/>
              <a:t>Derived from: </a:t>
            </a:r>
            <a:r>
              <a:rPr lang="en-US" sz="1400" dirty="0" err="1"/>
              <a:t>scores_research</a:t>
            </a:r>
            <a:r>
              <a:rPr lang="en-US" sz="1400" dirty="0"/>
              <a:t> combined with </a:t>
            </a:r>
            <a:r>
              <a:rPr lang="en-US" sz="1400" dirty="0" err="1"/>
              <a:t>total_students</a:t>
            </a:r>
            <a:r>
              <a:rPr lang="en-US" sz="1400" dirty="0"/>
              <a:t>. </a:t>
            </a:r>
            <a:endParaRPr lang="en-ID" sz="1400" dirty="0">
              <a:solidFill>
                <a:schemeClr val="tx1">
                  <a:lumMod val="50000"/>
                  <a:lumOff val="50000"/>
                </a:schemeClr>
              </a:solidFill>
              <a:latin typeface="Inter" panose="020B0502030000000004" pitchFamily="34" charset="0"/>
              <a:ea typeface="Inter" panose="020B0502030000000004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34C367-8266-E2BF-82D4-D9074CA9B720}"/>
              </a:ext>
            </a:extLst>
          </p:cNvPr>
          <p:cNvSpPr/>
          <p:nvPr/>
        </p:nvSpPr>
        <p:spPr>
          <a:xfrm>
            <a:off x="6020598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A477284-1BE4-D2D3-DBA5-D0E7F7716CDD}"/>
              </a:ext>
            </a:extLst>
          </p:cNvPr>
          <p:cNvSpPr/>
          <p:nvPr/>
        </p:nvSpPr>
        <p:spPr>
          <a:xfrm>
            <a:off x="5955434" y="7053265"/>
            <a:ext cx="400558" cy="400558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276657-FB78-B720-6760-5C5531E01A25}"/>
              </a:ext>
            </a:extLst>
          </p:cNvPr>
          <p:cNvSpPr/>
          <p:nvPr/>
        </p:nvSpPr>
        <p:spPr>
          <a:xfrm>
            <a:off x="6506990" y="6262178"/>
            <a:ext cx="1191645" cy="1191645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2CD9512-E23F-D087-6848-E6FF439172CB}"/>
              </a:ext>
            </a:extLst>
          </p:cNvPr>
          <p:cNvSpPr/>
          <p:nvPr/>
        </p:nvSpPr>
        <p:spPr>
          <a:xfrm>
            <a:off x="19953988" y="5775781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7ED218-2384-D579-7064-244E7E2DEE30}"/>
              </a:ext>
            </a:extLst>
          </p:cNvPr>
          <p:cNvSpPr/>
          <p:nvPr/>
        </p:nvSpPr>
        <p:spPr>
          <a:xfrm>
            <a:off x="18544162" y="5775782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6E323F-8EB9-C988-C3AB-0EE966102806}"/>
              </a:ext>
            </a:extLst>
          </p:cNvPr>
          <p:cNvSpPr/>
          <p:nvPr/>
        </p:nvSpPr>
        <p:spPr>
          <a:xfrm rot="10800000">
            <a:off x="14288030" y="5775784"/>
            <a:ext cx="2164431" cy="216443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BAC92F-0B9C-464C-2741-C918AFD9BD7F}"/>
              </a:ext>
            </a:extLst>
          </p:cNvPr>
          <p:cNvSpPr/>
          <p:nvPr/>
        </p:nvSpPr>
        <p:spPr>
          <a:xfrm rot="10800000">
            <a:off x="12057409" y="6262176"/>
            <a:ext cx="1191645" cy="1191645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040071-99B6-3A87-211E-C52E3ED8AE3D}"/>
              </a:ext>
            </a:extLst>
          </p:cNvPr>
          <p:cNvCxnSpPr>
            <a:cxnSpLocks/>
          </p:cNvCxnSpPr>
          <p:nvPr/>
        </p:nvCxnSpPr>
        <p:spPr>
          <a:xfrm rot="5400000" flipV="1">
            <a:off x="13793509" y="5717722"/>
            <a:ext cx="0" cy="2280554"/>
          </a:xfrm>
          <a:prstGeom prst="line">
            <a:avLst/>
          </a:prstGeom>
          <a:ln w="19050">
            <a:solidFill>
              <a:schemeClr val="bg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Picture Placeholder 68" descr="Earth">
                <a:extLst>
                  <a:ext uri="{FF2B5EF4-FFF2-40B4-BE49-F238E27FC236}">
                    <a16:creationId xmlns:a16="http://schemas.microsoft.com/office/drawing/2014/main" id="{294D3BE4-07B6-254F-70BA-828F3BEA276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8869212"/>
                  </p:ext>
                </p:extLst>
              </p:nvPr>
            </p:nvGraphicFramePr>
            <p:xfrm>
              <a:off x="-7147828" y="996920"/>
              <a:ext cx="12513203" cy="12513204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2513203" cy="12513204"/>
                    </a:xfrm>
                    <a:prstGeom prst="rect">
                      <a:avLst/>
                    </a:prstGeom>
                  </am3d:spPr>
                  <am3d:camera>
                    <am3d:pos x="0" y="0" z="814691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00000" d="1000000"/>
                    <am3d:preTrans dx="-3" dy="0" dz="-3"/>
                    <am3d:scale>
                      <am3d:sx n="1000000" d="1000000"/>
                      <am3d:sy n="1000000" d="1000000"/>
                      <am3d:sz n="1000000" d="1000000"/>
                    </am3d:scale>
                    <am3d:rot ax="1572313" ay="1665768" az="774781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2271900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Picture Placeholder 68" descr="Earth">
                <a:extLst>
                  <a:ext uri="{FF2B5EF4-FFF2-40B4-BE49-F238E27FC236}">
                    <a16:creationId xmlns:a16="http://schemas.microsoft.com/office/drawing/2014/main" id="{294D3BE4-07B6-254F-70BA-828F3BEA276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147828" y="996920"/>
                <a:ext cx="12513203" cy="12513204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94D83DA-E04C-372F-A09D-63A83FA2B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6548243" y="-6021952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6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E872C7C-3BBB-F82D-A35E-04897521B23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00"/>
          <a:stretch>
            <a:fillRect/>
          </a:stretch>
        </p:blipFill>
        <p:spPr>
          <a:xfrm>
            <a:off x="15133185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D6CD738F-60DD-3B3C-E1BD-2BE65081761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00"/>
          <a:stretch>
            <a:fillRect/>
          </a:stretch>
        </p:blipFill>
        <p:spPr>
          <a:xfrm>
            <a:off x="19489469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9EFB4-BEED-4D2B-AED8-761E992A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23</a:t>
            </a:fld>
            <a:endParaRPr lang="en-ID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371A0065-CBB2-7EC4-CFA9-448280C9F99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00"/>
          <a:stretch>
            <a:fillRect/>
          </a:stretch>
        </p:blipFill>
        <p:spPr>
          <a:xfrm>
            <a:off x="10935655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E1537F01-7A4C-A599-AF21-8070AD522C5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00"/>
          <a:stretch>
            <a:fillRect/>
          </a:stretch>
        </p:blipFill>
        <p:spPr>
          <a:xfrm>
            <a:off x="15133185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F916155D-514E-8F6C-F9ED-B32FB739F6C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00"/>
          <a:stretch>
            <a:fillRect/>
          </a:stretch>
        </p:blipFill>
        <p:spPr>
          <a:xfrm>
            <a:off x="19489469" y="71386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85A1DD0-F51C-49EB-BD72-1E30844F67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EDUVISION DV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Home &amp; Navigation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540DB442-D732-4998-AAE4-4D936FC54B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The Six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layfair Display" pitchFamily="2" charset="0"/>
                <a:ea typeface="+mn-ea"/>
                <a:cs typeface="+mn-cs"/>
              </a:rPr>
              <a:t>Dashboards</a:t>
            </a:r>
            <a:endParaRPr kumimoji="0" lang="en-ID" sz="60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layfair Display" pitchFamily="2" charset="0"/>
              <a:ea typeface="+mn-ea"/>
              <a:cs typeface="+mn-cs"/>
            </a:endParaRP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B31A5D6-F3F5-4ACD-9A8C-3BE5A27D20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UNIVERSITY OVERVIEW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E43DED8-1C07-4905-8365-5157EA61C2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RESEARCH ANALYTICS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E18C2716-D3A5-49D0-AFB4-66C82089837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STUDENT ANALYTICS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D3ED11A3-9885-4256-B179-3828BF72C62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COUNTRY COMPARISON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C865E3E3-4C14-4D00-A962-0BA09B592DA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Inter" panose="020B0502030000000004" pitchFamily="34" charset="0"/>
                <a:ea typeface="Inter" panose="020B0502030000000004" pitchFamily="34" charset="0"/>
                <a:cs typeface="+mn-cs"/>
              </a:rPr>
              <a:t>INFO DASHBOARD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8AB0205-B654-83B4-CC1C-87BDB08E6F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3" r="-33"/>
          <a:stretch>
            <a:fillRect/>
          </a:stretch>
        </p:blipFill>
        <p:spPr>
          <a:xfrm>
            <a:off x="10935655" y="1636714"/>
            <a:ext cx="3289569" cy="3781286"/>
          </a:xfrm>
          <a:custGeom>
            <a:avLst/>
            <a:gdLst>
              <a:gd name="connsiteX0" fmla="*/ 0 w 3289569"/>
              <a:gd name="connsiteY0" fmla="*/ 0 h 3781286"/>
              <a:gd name="connsiteX1" fmla="*/ 3289569 w 3289569"/>
              <a:gd name="connsiteY1" fmla="*/ 0 h 3781286"/>
              <a:gd name="connsiteX2" fmla="*/ 3289569 w 3289569"/>
              <a:gd name="connsiteY2" fmla="*/ 3781286 h 3781286"/>
              <a:gd name="connsiteX3" fmla="*/ 0 w 3289569"/>
              <a:gd name="connsiteY3" fmla="*/ 3781286 h 378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9569" h="3781286">
                <a:moveTo>
                  <a:pt x="0" y="0"/>
                </a:moveTo>
                <a:lnTo>
                  <a:pt x="3289569" y="0"/>
                </a:lnTo>
                <a:lnTo>
                  <a:pt x="3289569" y="3781286"/>
                </a:lnTo>
                <a:lnTo>
                  <a:pt x="0" y="3781286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B5DCCE-BAF0-D47E-D1AB-61B413DA91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8825">
            <a:off x="22238427" y="-6675537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75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0EA45A6-F4D3-25EB-DD9A-6DC481255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4" name="Slide Zoom 23">
                <a:extLst>
                  <a:ext uri="{FF2B5EF4-FFF2-40B4-BE49-F238E27FC236}">
                    <a16:creationId xmlns:a16="http://schemas.microsoft.com/office/drawing/2014/main" id="{083229C1-97DE-673F-4583-79A395DC98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6897768"/>
                  </p:ext>
                </p:extLst>
              </p:nvPr>
            </p:nvGraphicFramePr>
            <p:xfrm>
              <a:off x="2586128" y="2034540"/>
              <a:ext cx="6096794" cy="3947160"/>
            </p:xfrm>
            <a:graphic>
              <a:graphicData uri="http://schemas.microsoft.com/office/powerpoint/2016/slidezoom">
                <pslz:sldZm>
                  <pslz:sldZmObj sldId="324" cId="1496422327">
                    <pslz:zmPr id="{5F69934C-7A69-45C9-9F86-F656E51A133A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096794" cy="394716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4" name="Slide Zoom 2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083229C1-97DE-673F-4583-79A395DC98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6128" y="2034540"/>
                <a:ext cx="6096794" cy="394716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14695815-5FD7-FF09-B5D4-03C265AEAD5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6066401"/>
                  </p:ext>
                </p:extLst>
              </p:nvPr>
            </p:nvGraphicFramePr>
            <p:xfrm>
              <a:off x="2586128" y="7140525"/>
              <a:ext cx="8042031" cy="4630928"/>
            </p:xfrm>
            <a:graphic>
              <a:graphicData uri="http://schemas.microsoft.com/office/powerpoint/2016/slidezoom">
                <pslz:sldZm>
                  <pslz:sldZmObj sldId="366" cId="2762562939">
                    <pslz:zmPr id="{D6D0C1ED-4A99-4C5C-8B40-6542DF8F41F7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042031" cy="463092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695815-5FD7-FF09-B5D4-03C265AEAD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86128" y="7140525"/>
                <a:ext cx="8042031" cy="463092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Slide Zoom 27">
                <a:extLst>
                  <a:ext uri="{FF2B5EF4-FFF2-40B4-BE49-F238E27FC236}">
                    <a16:creationId xmlns:a16="http://schemas.microsoft.com/office/drawing/2014/main" id="{FCFA37DA-0811-B832-46BB-81727B9996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0039893"/>
                  </p:ext>
                </p:extLst>
              </p:nvPr>
            </p:nvGraphicFramePr>
            <p:xfrm>
              <a:off x="12005546" y="9494227"/>
              <a:ext cx="4106413" cy="2925408"/>
            </p:xfrm>
            <a:graphic>
              <a:graphicData uri="http://schemas.microsoft.com/office/powerpoint/2016/slidezoom">
                <pslz:sldZm>
                  <pslz:sldZmObj sldId="367" cId="290806112">
                    <pslz:zmPr id="{27C36EDC-AFCB-4EF0-9ECD-666D7DFB0BAA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06413" cy="292540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Slide Zoom 27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FCFA37DA-0811-B832-46BB-81727B9996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05546" y="9494227"/>
                <a:ext cx="4106413" cy="292540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0" name="Slide Zoom 29">
                <a:extLst>
                  <a:ext uri="{FF2B5EF4-FFF2-40B4-BE49-F238E27FC236}">
                    <a16:creationId xmlns:a16="http://schemas.microsoft.com/office/drawing/2014/main" id="{E8DECD08-A6DF-C74D-B508-D94A0199094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75252584"/>
                  </p:ext>
                </p:extLst>
              </p:nvPr>
            </p:nvGraphicFramePr>
            <p:xfrm>
              <a:off x="17310897" y="6857999"/>
              <a:ext cx="4576830" cy="5214395"/>
            </p:xfrm>
            <a:graphic>
              <a:graphicData uri="http://schemas.microsoft.com/office/powerpoint/2016/slidezoom">
                <pslz:sldZm>
                  <pslz:sldZmObj sldId="368" cId="4172305547">
                    <pslz:zmPr id="{53015C41-9A24-4326-A38C-F61E7FF8F0F2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76830" cy="521439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0" name="Slide Zoom 29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E8DECD08-A6DF-C74D-B508-D94A019909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310897" y="6857999"/>
                <a:ext cx="4576830" cy="521439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2" name="Slide Zoom 31">
                <a:extLst>
                  <a:ext uri="{FF2B5EF4-FFF2-40B4-BE49-F238E27FC236}">
                    <a16:creationId xmlns:a16="http://schemas.microsoft.com/office/drawing/2014/main" id="{95F5C165-72EE-35AB-0DE5-4E30B74861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18880640"/>
                  </p:ext>
                </p:extLst>
              </p:nvPr>
            </p:nvGraphicFramePr>
            <p:xfrm>
              <a:off x="10080171" y="1539093"/>
              <a:ext cx="4588329" cy="3947159"/>
            </p:xfrm>
            <a:graphic>
              <a:graphicData uri="http://schemas.microsoft.com/office/powerpoint/2016/slidezoom">
                <pslz:sldZm>
                  <pslz:sldZmObj sldId="259" cId="1634497964">
                    <pslz:zmPr id="{50C13808-A817-4EE6-A0AF-4AD795EA4838}" returnToParent="0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88329" cy="394715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2" name="Slide Zoom 31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95F5C165-72EE-35AB-0DE5-4E30B74861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80171" y="1539093"/>
                <a:ext cx="4588329" cy="394715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4" name="Slide Zoom 33">
                <a:extLst>
                  <a:ext uri="{FF2B5EF4-FFF2-40B4-BE49-F238E27FC236}">
                    <a16:creationId xmlns:a16="http://schemas.microsoft.com/office/drawing/2014/main" id="{BF28EEF7-6259-AE70-74BA-20264609E0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84388684"/>
                  </p:ext>
                </p:extLst>
              </p:nvPr>
            </p:nvGraphicFramePr>
            <p:xfrm>
              <a:off x="16011156" y="2261588"/>
              <a:ext cx="5233404" cy="3575331"/>
            </p:xfrm>
            <a:graphic>
              <a:graphicData uri="http://schemas.microsoft.com/office/powerpoint/2016/slidezoom">
                <pslz:sldZm>
                  <pslz:sldZmObj sldId="325" cId="4196432784">
                    <pslz:zmPr id="{8BFC0734-27AF-45A3-9C54-2291E058BB44}" returnToParent="0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33404" cy="357533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4" name="Slide Zoom 33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BF28EEF7-6259-AE70-74BA-20264609E0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011156" y="2261588"/>
                <a:ext cx="5233404" cy="357533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6" name="Slide Zoom 35">
                <a:extLst>
                  <a:ext uri="{FF2B5EF4-FFF2-40B4-BE49-F238E27FC236}">
                    <a16:creationId xmlns:a16="http://schemas.microsoft.com/office/drawing/2014/main" id="{71629CC3-0B4C-17C5-2BE7-B012A162DBF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55165284"/>
                  </p:ext>
                </p:extLst>
              </p:nvPr>
            </p:nvGraphicFramePr>
            <p:xfrm>
              <a:off x="12354323" y="6727302"/>
              <a:ext cx="2977117" cy="1730898"/>
            </p:xfrm>
            <a:graphic>
              <a:graphicData uri="http://schemas.microsoft.com/office/powerpoint/2016/slidezoom">
                <pslz:sldZm>
                  <pslz:sldZmObj sldId="365" cId="3063374027">
                    <pslz:zmPr id="{7A8B3A3F-CF5B-47EE-9884-43A96D068B7F}" returnToParent="0" transitionDur="1000">
                      <p166:blipFill xmlns:p166="http://schemas.microsoft.com/office/powerpoint/2016/6/main">
                        <a:blip r:embed="rId2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77117" cy="173089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6" name="Slide Zoom 35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71629CC3-0B4C-17C5-2BE7-B012A162DB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354323" y="6727302"/>
                <a:ext cx="2977117" cy="173089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8965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9EFB4-BEED-4D2B-AED8-761E992A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25</a:t>
            </a:fld>
            <a:endParaRPr lang="en-ID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5B969B-971A-9CF6-A528-66F2D1F1B77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r="60"/>
          <a:stretch>
            <a:fillRect/>
          </a:stretch>
        </p:blipFill>
        <p:spPr>
          <a:xfrm>
            <a:off x="0" y="0"/>
            <a:ext cx="24503063" cy="13716000"/>
          </a:xfrm>
          <a:custGeom>
            <a:avLst/>
            <a:gdLst>
              <a:gd name="connsiteX0" fmla="*/ 0 w 5268502"/>
              <a:gd name="connsiteY0" fmla="*/ 0 h 6046840"/>
              <a:gd name="connsiteX1" fmla="*/ 5268502 w 5268502"/>
              <a:gd name="connsiteY1" fmla="*/ 0 h 6046840"/>
              <a:gd name="connsiteX2" fmla="*/ 5268502 w 5268502"/>
              <a:gd name="connsiteY2" fmla="*/ 6046840 h 6046840"/>
              <a:gd name="connsiteX3" fmla="*/ 0 w 5268502"/>
              <a:gd name="connsiteY3" fmla="*/ 6046840 h 604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68502" h="6046840">
                <a:moveTo>
                  <a:pt x="0" y="0"/>
                </a:moveTo>
                <a:lnTo>
                  <a:pt x="5268502" y="0"/>
                </a:lnTo>
                <a:lnTo>
                  <a:pt x="5268502" y="6046840"/>
                </a:lnTo>
                <a:lnTo>
                  <a:pt x="0" y="6046840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1496422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FD8F-8C42-68A6-8891-0182AFFD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509CDA-2E41-92D2-B06A-F47FEE28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26</a:t>
            </a:fld>
            <a:endParaRPr lang="en-ID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AADFCFCC-628D-1651-B68D-DD145E5F896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4" t="427" r="374"/>
          <a:stretch>
            <a:fillRect/>
          </a:stretch>
        </p:blipFill>
        <p:spPr>
          <a:xfrm>
            <a:off x="-187569" y="0"/>
            <a:ext cx="24574744" cy="13716000"/>
          </a:xfrm>
          <a:custGeom>
            <a:avLst/>
            <a:gdLst>
              <a:gd name="connsiteX0" fmla="*/ 0 w 3742526"/>
              <a:gd name="connsiteY0" fmla="*/ 0 h 3451121"/>
              <a:gd name="connsiteX1" fmla="*/ 3742526 w 3742526"/>
              <a:gd name="connsiteY1" fmla="*/ 0 h 3451121"/>
              <a:gd name="connsiteX2" fmla="*/ 3742526 w 3742526"/>
              <a:gd name="connsiteY2" fmla="*/ 3451121 h 3451121"/>
              <a:gd name="connsiteX3" fmla="*/ 0 w 3742526"/>
              <a:gd name="connsiteY3" fmla="*/ 3451121 h 3451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526" h="3451121">
                <a:moveTo>
                  <a:pt x="0" y="0"/>
                </a:moveTo>
                <a:lnTo>
                  <a:pt x="3742526" y="0"/>
                </a:lnTo>
                <a:lnTo>
                  <a:pt x="3742526" y="3451121"/>
                </a:lnTo>
                <a:lnTo>
                  <a:pt x="0" y="3451121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762562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298A-B383-6F35-66E1-F82A8A94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A1AA34-6E0F-F1AC-0AF2-6D21CC92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27</a:t>
            </a:fld>
            <a:endParaRPr lang="en-ID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418BA23D-8C28-7D11-EEB0-8D99FE2B7C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" r="60"/>
          <a:stretch>
            <a:fillRect/>
          </a:stretch>
        </p:blipFill>
        <p:spPr>
          <a:xfrm>
            <a:off x="0" y="0"/>
            <a:ext cx="24387175" cy="13716000"/>
          </a:xfrm>
          <a:custGeom>
            <a:avLst/>
            <a:gdLst>
              <a:gd name="connsiteX0" fmla="*/ 0 w 3256064"/>
              <a:gd name="connsiteY0" fmla="*/ 0 h 2250231"/>
              <a:gd name="connsiteX1" fmla="*/ 3256064 w 3256064"/>
              <a:gd name="connsiteY1" fmla="*/ 0 h 2250231"/>
              <a:gd name="connsiteX2" fmla="*/ 3256064 w 3256064"/>
              <a:gd name="connsiteY2" fmla="*/ 2250231 h 2250231"/>
              <a:gd name="connsiteX3" fmla="*/ 0 w 3256064"/>
              <a:gd name="connsiteY3" fmla="*/ 2250231 h 225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6064" h="2250231">
                <a:moveTo>
                  <a:pt x="0" y="0"/>
                </a:moveTo>
                <a:lnTo>
                  <a:pt x="3256064" y="0"/>
                </a:lnTo>
                <a:lnTo>
                  <a:pt x="3256064" y="2250231"/>
                </a:lnTo>
                <a:lnTo>
                  <a:pt x="0" y="2250231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290806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BE94-6107-0D13-AF44-0939E5D3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0CE4A-35E8-C06E-6E3A-B3EB96B8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28</a:t>
            </a:fld>
            <a:endParaRPr lang="en-ID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21902810-70F5-AF7D-E9A4-9C5CF37F9CC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51"/>
          <a:stretch>
            <a:fillRect/>
          </a:stretch>
        </p:blipFill>
        <p:spPr>
          <a:xfrm>
            <a:off x="1" y="0"/>
            <a:ext cx="24387174" cy="14606954"/>
          </a:xfrm>
          <a:custGeom>
            <a:avLst/>
            <a:gdLst>
              <a:gd name="connsiteX0" fmla="*/ 0 w 3742525"/>
              <a:gd name="connsiteY0" fmla="*/ 0 h 4205495"/>
              <a:gd name="connsiteX1" fmla="*/ 3742525 w 3742525"/>
              <a:gd name="connsiteY1" fmla="*/ 0 h 4205495"/>
              <a:gd name="connsiteX2" fmla="*/ 3742525 w 3742525"/>
              <a:gd name="connsiteY2" fmla="*/ 4205495 h 4205495"/>
              <a:gd name="connsiteX3" fmla="*/ 0 w 3742525"/>
              <a:gd name="connsiteY3" fmla="*/ 4205495 h 420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2525" h="4205495">
                <a:moveTo>
                  <a:pt x="0" y="0"/>
                </a:moveTo>
                <a:lnTo>
                  <a:pt x="3742525" y="0"/>
                </a:lnTo>
                <a:lnTo>
                  <a:pt x="3742525" y="4205495"/>
                </a:lnTo>
                <a:lnTo>
                  <a:pt x="0" y="4205495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4172305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3B40AF4-9B5A-F19D-E5DE-DFC7F70FED1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r="11533"/>
          <a:stretch>
            <a:fillRect/>
          </a:stretch>
        </p:blipFill>
        <p:spPr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13" name="Picture Placeholder 12">
            <a:hlinkClick r:id="rId3"/>
            <a:extLst>
              <a:ext uri="{FF2B5EF4-FFF2-40B4-BE49-F238E27FC236}">
                <a16:creationId xmlns:a16="http://schemas.microsoft.com/office/drawing/2014/main" id="{DD6D514C-B31C-025D-4CD2-F1214607C04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r="11533"/>
          <a:stretch>
            <a:fillRect/>
          </a:stretch>
        </p:blipFill>
        <p:spPr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749D2C7-DB09-B1CD-D5D7-29F57EA134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33" r="11533"/>
          <a:stretch>
            <a:fillRect/>
          </a:stretch>
        </p:blipFill>
        <p:spPr>
          <a:custGeom>
            <a:avLst/>
            <a:gdLst>
              <a:gd name="connsiteX0" fmla="*/ 0 w 3378875"/>
              <a:gd name="connsiteY0" fmla="*/ 0 h 4390231"/>
              <a:gd name="connsiteX1" fmla="*/ 3378875 w 3378875"/>
              <a:gd name="connsiteY1" fmla="*/ 0 h 4390231"/>
              <a:gd name="connsiteX2" fmla="*/ 3378875 w 3378875"/>
              <a:gd name="connsiteY2" fmla="*/ 4390231 h 4390231"/>
              <a:gd name="connsiteX3" fmla="*/ 0 w 3378875"/>
              <a:gd name="connsiteY3" fmla="*/ 4390231 h 439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875" h="4390231">
                <a:moveTo>
                  <a:pt x="0" y="0"/>
                </a:moveTo>
                <a:lnTo>
                  <a:pt x="3378875" y="0"/>
                </a:lnTo>
                <a:lnTo>
                  <a:pt x="3378875" y="4390231"/>
                </a:lnTo>
                <a:lnTo>
                  <a:pt x="0" y="4390231"/>
                </a:lnTo>
                <a:close/>
              </a:path>
            </a:pathLst>
          </a:custGeom>
          <a:solidFill>
            <a:srgbClr val="4472C4">
              <a:lumMod val="20000"/>
              <a:lumOff val="80000"/>
            </a:srgb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9EFB4-BEED-4D2B-AED8-761E992A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29</a:t>
            </a:fld>
            <a:endParaRPr lang="en-ID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8FEAEAC-BCDE-422C-A875-53F4B4D17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pPr algn="r">
              <a:lnSpc>
                <a:spcPct val="150000"/>
              </a:lnSpc>
            </a:pPr>
            <a:r>
              <a:rPr lang="en-IN" dirty="0"/>
              <a:t>Deployed on Tableau Public</a:t>
            </a:r>
            <a:endParaRPr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F1E5CC55-CB1A-4934-B9E3-382C63355C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37335" y="3193616"/>
            <a:ext cx="1530000" cy="500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Tableau</a:t>
            </a:r>
            <a:endParaRPr lang="en-ID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3C91B5BE-3E5C-40FC-A99D-F99B6D702E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953897" y="3193616"/>
            <a:ext cx="1530000" cy="500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GitHub</a:t>
            </a:r>
            <a:endParaRPr lang="en-ID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ACF60BB5-BE8B-44D3-A4BB-7B61671193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0596833" y="3169794"/>
            <a:ext cx="1530000" cy="500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Colab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0ED9A9CB-A8D6-4BA7-95EC-5B0AFAA250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Deployed on GitHub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1D98E61-D29D-43D1-A0CA-119B8C533E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pPr algn="r">
              <a:lnSpc>
                <a:spcPct val="150000"/>
              </a:lnSpc>
            </a:pPr>
            <a:r>
              <a:rPr lang="en-ID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 panose="020B0502030000000004" pitchFamily="34" charset="0"/>
                <a:ea typeface="Inter" panose="020B0502030000000004" pitchFamily="34" charset="0"/>
              </a:rPr>
              <a:t>Fields Covered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F3650C-9FF7-4B05-9218-A6BBDBE506F9}"/>
              </a:ext>
            </a:extLst>
          </p:cNvPr>
          <p:cNvGrpSpPr/>
          <p:nvPr/>
        </p:nvGrpSpPr>
        <p:grpSpPr>
          <a:xfrm>
            <a:off x="858548" y="2718249"/>
            <a:ext cx="1440000" cy="2699751"/>
            <a:chOff x="11473587" y="10639288"/>
            <a:chExt cx="1440000" cy="269975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CC7F89-27C2-466D-AB65-4A457C0E4475}"/>
                </a:ext>
              </a:extLst>
            </p:cNvPr>
            <p:cNvSpPr/>
            <p:nvPr/>
          </p:nvSpPr>
          <p:spPr>
            <a:xfrm>
              <a:off x="11473587" y="10639288"/>
              <a:ext cx="1440000" cy="1440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9F21F5-3AD3-40E0-B00B-1EBBDEA573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8301" y="12079288"/>
              <a:ext cx="0" cy="1259751"/>
            </a:xfrm>
            <a:prstGeom prst="line">
              <a:avLst/>
            </a:prstGeom>
            <a:ln w="19050">
              <a:solidFill>
                <a:schemeClr val="bg1"/>
              </a:solidFill>
              <a:head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1487810-FA6F-4CE7-BE79-5C181455538F}"/>
              </a:ext>
            </a:extLst>
          </p:cNvPr>
          <p:cNvGrpSpPr/>
          <p:nvPr/>
        </p:nvGrpSpPr>
        <p:grpSpPr>
          <a:xfrm>
            <a:off x="9654491" y="2718249"/>
            <a:ext cx="1440000" cy="2699751"/>
            <a:chOff x="11473587" y="10639288"/>
            <a:chExt cx="1440000" cy="269975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EFB392-F6B7-4A06-9153-C2B3B5DEE86F}"/>
                </a:ext>
              </a:extLst>
            </p:cNvPr>
            <p:cNvSpPr/>
            <p:nvPr/>
          </p:nvSpPr>
          <p:spPr>
            <a:xfrm>
              <a:off x="11473587" y="10639288"/>
              <a:ext cx="1440000" cy="1440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ECAA50-D7D6-4DF5-A5DB-7E8B87318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8301" y="12079288"/>
              <a:ext cx="0" cy="1259751"/>
            </a:xfrm>
            <a:prstGeom prst="line">
              <a:avLst/>
            </a:prstGeom>
            <a:ln w="19050">
              <a:solidFill>
                <a:schemeClr val="bg1"/>
              </a:solidFill>
              <a:head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40DE79-8B6C-4953-8984-3B5814985F95}"/>
              </a:ext>
            </a:extLst>
          </p:cNvPr>
          <p:cNvGrpSpPr/>
          <p:nvPr/>
        </p:nvGrpSpPr>
        <p:grpSpPr>
          <a:xfrm>
            <a:off x="20279840" y="2718249"/>
            <a:ext cx="1440000" cy="2699751"/>
            <a:chOff x="11473587" y="10639288"/>
            <a:chExt cx="1440000" cy="2699751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1A23B78-801A-4D8C-93FC-7A5CBA4245BD}"/>
                </a:ext>
              </a:extLst>
            </p:cNvPr>
            <p:cNvSpPr/>
            <p:nvPr/>
          </p:nvSpPr>
          <p:spPr>
            <a:xfrm>
              <a:off x="11473587" y="10639288"/>
              <a:ext cx="1440000" cy="1440000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BC81A35-CF9A-4B5D-B253-51F48066A9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18301" y="12079288"/>
              <a:ext cx="0" cy="1259751"/>
            </a:xfrm>
            <a:prstGeom prst="line">
              <a:avLst/>
            </a:prstGeom>
            <a:ln w="19050">
              <a:solidFill>
                <a:schemeClr val="bg1"/>
              </a:solidFill>
              <a:head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5E906F0-C837-4FD7-8CBC-9E1FE3AD1E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i="0" dirty="0">
                <a:hlinkClick r:id="rId6"/>
              </a:rPr>
              <a:t>Tableau Public</a:t>
            </a:r>
            <a:endParaRPr lang="en-US" sz="6000" i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460E9B6C-DAB3-44F8-9BB9-5140E572A5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614559" y="5787984"/>
            <a:ext cx="5799873" cy="1940400"/>
          </a:xfrm>
        </p:spPr>
        <p:txBody>
          <a:bodyPr/>
          <a:lstStyle/>
          <a:p>
            <a:r>
              <a:rPr lang="en-US" sz="6000" dirty="0">
                <a:solidFill>
                  <a:schemeClr val="bg1"/>
                </a:solidFill>
                <a:latin typeface="Playfair Display" pitchFamily="2" charset="0"/>
                <a:hlinkClick r:id="rId7"/>
              </a:rPr>
              <a:t>GitHub Repository </a:t>
            </a:r>
            <a:endParaRPr lang="en-ID" sz="6000" dirty="0">
              <a:solidFill>
                <a:schemeClr val="bg1"/>
              </a:solidFill>
              <a:latin typeface="Playfair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432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6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722" y="3499534"/>
            <a:ext cx="13351064" cy="8255397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67"/>
          <p:cNvSpPr txBox="1">
            <a:spLocks noGrp="1"/>
          </p:cNvSpPr>
          <p:nvPr>
            <p:ph type="title"/>
          </p:nvPr>
        </p:nvSpPr>
        <p:spPr>
          <a:xfrm>
            <a:off x="1839720" y="1439800"/>
            <a:ext cx="20613600" cy="852800"/>
          </a:xfrm>
          <a:prstGeom prst="rect">
            <a:avLst/>
          </a:prstGeom>
        </p:spPr>
        <p:txBody>
          <a:bodyPr spcFirstLastPara="1" vert="horz" wrap="square" lIns="243800" tIns="243800" rIns="243800" bIns="243800" rtlCol="0" anchor="ctr" anchorCtr="0">
            <a:noAutofit/>
          </a:bodyPr>
          <a:lstStyle/>
          <a:p>
            <a:r>
              <a:rPr lang="en"/>
              <a:t>TESTING &amp; QA RESULTS</a:t>
            </a:r>
            <a:endParaRPr/>
          </a:p>
        </p:txBody>
      </p:sp>
      <p:cxnSp>
        <p:nvCxnSpPr>
          <p:cNvPr id="944" name="Google Shape;944;p67"/>
          <p:cNvCxnSpPr>
            <a:cxnSpLocks/>
          </p:cNvCxnSpPr>
          <p:nvPr/>
        </p:nvCxnSpPr>
        <p:spPr>
          <a:xfrm rot="10800000" flipH="1">
            <a:off x="12447755" y="9035635"/>
            <a:ext cx="3441600" cy="120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946" name="Google Shape;946;p67"/>
          <p:cNvCxnSpPr>
            <a:cxnSpLocks/>
          </p:cNvCxnSpPr>
          <p:nvPr/>
        </p:nvCxnSpPr>
        <p:spPr>
          <a:xfrm>
            <a:off x="10542955" y="6853435"/>
            <a:ext cx="53464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948" name="Google Shape;948;p67"/>
          <p:cNvCxnSpPr/>
          <p:nvPr/>
        </p:nvCxnSpPr>
        <p:spPr>
          <a:xfrm>
            <a:off x="6529387" y="4663267"/>
            <a:ext cx="9360000" cy="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949" name="Google Shape;949;p67"/>
          <p:cNvSpPr txBox="1"/>
          <p:nvPr/>
        </p:nvSpPr>
        <p:spPr>
          <a:xfrm>
            <a:off x="17439987" y="3792067"/>
            <a:ext cx="5013600" cy="1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4267"/>
              </a:spcAft>
            </a:pPr>
            <a:r>
              <a:rPr lang="en" sz="48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20 </a:t>
            </a:r>
            <a:endParaRPr sz="48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0" name="Google Shape;950;p67"/>
          <p:cNvSpPr txBox="1"/>
          <p:nvPr/>
        </p:nvSpPr>
        <p:spPr>
          <a:xfrm>
            <a:off x="17439987" y="4589467"/>
            <a:ext cx="5013600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Aft>
                <a:spcPts val="4267"/>
              </a:spcAft>
            </a:pPr>
            <a:r>
              <a:rPr lang="en" sz="4800" dirty="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cases executed</a:t>
            </a:r>
            <a:endParaRPr sz="4800" dirty="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1" name="Google Shape;951;p67"/>
          <p:cNvSpPr txBox="1"/>
          <p:nvPr/>
        </p:nvSpPr>
        <p:spPr>
          <a:xfrm>
            <a:off x="17439987" y="8035933"/>
            <a:ext cx="5013600" cy="1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4267"/>
              </a:spcAft>
            </a:pPr>
            <a:r>
              <a:rPr lang="en" sz="48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48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2" name="Google Shape;952;p67"/>
          <p:cNvSpPr txBox="1"/>
          <p:nvPr/>
        </p:nvSpPr>
        <p:spPr>
          <a:xfrm>
            <a:off x="17439987" y="8833333"/>
            <a:ext cx="5013600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Aft>
                <a:spcPts val="4267"/>
              </a:spcAft>
            </a:pPr>
            <a:r>
              <a:rPr lang="en" sz="48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Defect found &amp; fixed</a:t>
            </a:r>
            <a:endParaRPr sz="48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3" name="Google Shape;953;p67"/>
          <p:cNvSpPr txBox="1"/>
          <p:nvPr/>
        </p:nvSpPr>
        <p:spPr>
          <a:xfrm>
            <a:off x="17439987" y="5914000"/>
            <a:ext cx="5013600" cy="1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4267"/>
              </a:spcAft>
            </a:pPr>
            <a:r>
              <a:rPr lang="en" sz="4800" b="1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20 </a:t>
            </a:r>
            <a:endParaRPr sz="4800" b="1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54" name="Google Shape;954;p67"/>
          <p:cNvSpPr txBox="1"/>
          <p:nvPr/>
        </p:nvSpPr>
        <p:spPr>
          <a:xfrm>
            <a:off x="17439987" y="6711400"/>
            <a:ext cx="5013600" cy="15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Aft>
                <a:spcPts val="4267"/>
              </a:spcAft>
            </a:pPr>
            <a:r>
              <a:rPr lang="en" sz="4800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Test cases passed</a:t>
            </a:r>
            <a:endParaRPr sz="4800">
              <a:solidFill>
                <a:srgbClr val="FFFFFF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6368F6-A14B-FBAA-A5B2-E70E4FCD0539}"/>
              </a:ext>
            </a:extLst>
          </p:cNvPr>
          <p:cNvSpPr/>
          <p:nvPr/>
        </p:nvSpPr>
        <p:spPr>
          <a:xfrm>
            <a:off x="3061252" y="10694504"/>
            <a:ext cx="11887200" cy="85279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9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A8F075-76A6-415A-98D6-D15F2552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/>
              <a:t>Page – </a:t>
            </a:r>
            <a:fld id="{EA67D992-ADC2-4164-B159-66F67645F421}" type="slidenum">
              <a:rPr lang="en-ID" smtClean="0"/>
              <a:pPr algn="ctr"/>
              <a:t>31</a:t>
            </a:fld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DA97AF5-BD77-4C30-999A-401B6D3943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000" i="1" dirty="0" err="1">
                <a:solidFill>
                  <a:schemeClr val="bg1"/>
                </a:solidFill>
                <a:latin typeface="Playfair Display" pitchFamily="2" charset="0"/>
              </a:rPr>
              <a:t>EduVision DV</a:t>
            </a:r>
            <a:r>
              <a:rPr lang="en-US" sz="3000" i="1" dirty="0">
                <a:solidFill>
                  <a:schemeClr val="bg1"/>
                </a:solidFill>
                <a:latin typeface="Playfair Display" pitchFamily="2" charset="0"/>
              </a:rPr>
              <a:t> Final Presentation</a:t>
            </a:r>
            <a:endParaRPr lang="en-ID" sz="3000" i="1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9065EBA-2D35-47E1-B4F6-24C6E19D11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77500" lnSpcReduction="20000"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Thank</a:t>
            </a:r>
          </a:p>
          <a:p>
            <a:pPr algn="ctr"/>
            <a:r>
              <a:rPr lang="en-US" sz="12000" i="1" dirty="0">
                <a:solidFill>
                  <a:schemeClr val="bg1"/>
                </a:solidFill>
                <a:latin typeface="Playfair Display" pitchFamily="2" charset="0"/>
              </a:rPr>
              <a:t>You </a:t>
            </a:r>
            <a:r>
              <a:rPr lang="en-US" sz="12000" dirty="0">
                <a:solidFill>
                  <a:schemeClr val="bg1"/>
                </a:solidFill>
                <a:latin typeface="Playfair Display" pitchFamily="2" charset="0"/>
              </a:rPr>
              <a:t>for Watching</a:t>
            </a:r>
            <a:endParaRPr lang="en-ID" sz="12000" dirty="0">
              <a:solidFill>
                <a:schemeClr val="bg1"/>
              </a:solidFill>
              <a:latin typeface="Playfair Display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6B5EA-41CA-F0DB-A623-1BC3E840B755}"/>
              </a:ext>
            </a:extLst>
          </p:cNvPr>
          <p:cNvSpPr/>
          <p:nvPr/>
        </p:nvSpPr>
        <p:spPr>
          <a:xfrm>
            <a:off x="6102626" y="4114800"/>
            <a:ext cx="12423913" cy="57665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Video 4" title="Blue Lit Dots Forming Waves">
            <a:hlinkClick r:id="" action="ppaction://media"/>
            <a:extLst>
              <a:ext uri="{FF2B5EF4-FFF2-40B4-BE49-F238E27FC236}">
                <a16:creationId xmlns:a16="http://schemas.microsoft.com/office/drawing/2014/main" id="{F1A9F689-4245-D2E4-C2F5-1AC8E8C4AC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02625" y="4114800"/>
            <a:ext cx="12423913" cy="5767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2A334B-283A-BA10-3F99-5168AACF6C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104863">
            <a:off x="15380428" y="-5919868"/>
            <a:ext cx="9738360" cy="13716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A2D1FCC-3C16-A3BA-E272-C9F280647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6625041" y="6248400"/>
            <a:ext cx="973836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1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Playfair Display"/>
        <a:ea typeface=""/>
        <a:cs typeface=""/>
      </a:majorFont>
      <a:minorFont>
        <a:latin typeface="Inte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</TotalTime>
  <Words>1992</Words>
  <Application>Microsoft Office PowerPoint</Application>
  <PresentationFormat>Custom</PresentationFormat>
  <Paragraphs>318</Paragraphs>
  <Slides>31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Aptos Light</vt:lpstr>
      <vt:lpstr>Arial</vt:lpstr>
      <vt:lpstr>Barlow</vt:lpstr>
      <vt:lpstr>Bookman Old Style</vt:lpstr>
      <vt:lpstr>Calibri</vt:lpstr>
      <vt:lpstr>Comfortaa</vt:lpstr>
      <vt:lpstr>Inter</vt:lpstr>
      <vt:lpstr>Playfair Display</vt:lpstr>
      <vt:lpstr>Playfair Display (Headings)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 INTEGRITY 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TESTING &amp; QA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Bondan Prakoso</dc:creator>
  <cp:lastModifiedBy>Vaibhav Kumawat</cp:lastModifiedBy>
  <cp:revision>134</cp:revision>
  <dcterms:created xsi:type="dcterms:W3CDTF">2021-02-17T12:35:39Z</dcterms:created>
  <dcterms:modified xsi:type="dcterms:W3CDTF">2026-09-25T12:35:34Z</dcterms:modified>
</cp:coreProperties>
</file>