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4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686A8-A0AB-4CD4-BBA3-272EE4B6D10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12C3C-5AE5-47D8-8A82-CA9F9A71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32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12C3C-5AE5-47D8-8A82-CA9F9A71C80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2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EduVision 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Aptos"/>
              </a:rPr>
              <a:t>Higher Education Performance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Tableau Data Visualization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029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Tableau • Python •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3657600"/>
            <a:ext cx="5029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0791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850 universities • 33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3657600"/>
            <a:ext cx="50292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4 integrated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08192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94A3B8"/>
                </a:solidFill>
                <a:latin typeface="Aptos"/>
              </a:rPr>
              <a:t>Presented by: </a:t>
            </a:r>
            <a:r>
              <a:rPr lang="en-US" sz="1100" dirty="0">
                <a:solidFill>
                  <a:srgbClr val="94A3B8"/>
                </a:solidFill>
                <a:latin typeface="Aptos"/>
              </a:rPr>
              <a:t>Fareen Mallik</a:t>
            </a:r>
            <a:endParaRPr sz="1100" b="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1.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EduVision DV is designed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029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Transform university ranking and performance data into interactive insights for higher-education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50292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CORE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Rankings, research performance, student diversity, academic reputation and country benchmarking.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5029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 single Tableau workbook containing four interconnected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Target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Students and academic researchers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University administrators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Education consultants and analysts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Policy and benchmarking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Instruction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1605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Interactive filters and drill-down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Dashboard navigation and actions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Six engineered education KPIs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Testing, documentation and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2. Project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complete project followed the milestone structure in the instruction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Collect &amp;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5029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KPI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502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Dashboard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182880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Testing &amp;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2336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Source data → cleaned Tableau-ready dataset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KPI calculations → dashboard storyboard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Four dashboards → global navigation and filters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QA validation → final workbook and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3. Milestone 1 — Data Collection &amp;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1–2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QS ranking data, World University Ranking data and university performance indicators were brought into a common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Duplicates, university names, country names and ranking metrics were standardized for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50292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TABLEAU-READY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The final analytical dataset was prepared for KPI calculation and Tableau visualization.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512064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5029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4838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MY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858768"/>
            <a:ext cx="480060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850 rows • 33 columns • 85 countries • Year 2024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337560"/>
            <a:ext cx="54406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337560"/>
            <a:ext cx="50292" cy="15087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348386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KEY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858768"/>
            <a:ext cx="51206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QS rank • THE rank • overall scores • research scores • students • student/staff ratio • international students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Deliverables from the milestone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Raw/cleaned university data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Data preparation scripts/notebooks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Final Excel dataset used for KPI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4. Milestone 2 — KPI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3–4: converting raw metrics into meaningful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Global Ranking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Combined ranking performance indicator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50292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Impact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Research/citation performance indicator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5029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Faculty-to-Student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Faculty capacity relative to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International Student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Share of international 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246120"/>
            <a:ext cx="50292" cy="1417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7992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Academic Reputation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Academic reputation measure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19" y="324612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1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Productivity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Research productivity indicator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49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Result: 6 education KPIs engineered and incorporated into the final dataset.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5. Milestone 2 — Dashboard Planning &amp;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Planning the four dashboards before final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0292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636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University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Rankings, global distribution, academic reputation and performance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0292" cy="1783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636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3852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Publications/citations, research productivity and research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50292" cy="1783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8039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Student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International students, diversity, enrollment and faculty-to-student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029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8039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Country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17880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Country ranking comparison and education performance benchmarking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Planning elements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897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Filters • Navigation • Dashboard actions • Interactive comparisons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6. Milestone 3 — University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rankings, KPIs and institutional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0CD84-3EFB-2007-35F8-B616466C9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10607040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7. Milestone 3 — Research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research impact, citations and 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056A4-B78F-9A11-CEF5-57E2FABC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2" y="1197863"/>
            <a:ext cx="10506020" cy="5081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8. Milestone 3 — Student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international students, diversity and faculty-to-student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95B848-DBE1-D642-20EA-E2417F7F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52728"/>
            <a:ext cx="9616840" cy="5037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9. Milestone 3 — Country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country-level benchmarking and performance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D18695-BD6C-8ACF-462A-1329BBC35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52728"/>
            <a:ext cx="10259568" cy="50187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10. Dashboard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Connecting the four dashboards into one Tableau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5506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Global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2996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Year, region/country and subject-area style filters support consistent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65506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2996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Users can move between Overview, Research, Student and Country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79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11879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3308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Interactive dashboard actions support comparisons and drill-down exploration.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79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611879"/>
            <a:ext cx="5029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Unified Workbook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13308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All four dashboards are packaged together as one .twbx deliverable.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Final dashboard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University Overview  |  Research Analytics  |  Student Analytics  |  Country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11. Milestone 4 — Testing, Validation &amp;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7–8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KPI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Checked KPI calculations and ranking-related metrics against the prepared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INTERACTION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Verified dashboard filters, navigation and interactive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Prepared project structure, dashboard guide, methodology and delivery materials.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Final project 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Python / KPI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7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7" y="4160520"/>
            <a:ext cx="5029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7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University datasets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7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6207" y="4160520"/>
            <a:ext cx="502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79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Tableau workbook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25128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25128" y="416052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971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QA, guide and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12. Final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was delivered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 Tableau-ready higher education dataset with 850 university records and engineered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6304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Six KPIs covering ranking, research, students and academic reputation.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Four integrated Tableau dashboards with filters, navigation and comparisons.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97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Aptos"/>
              </a:rPr>
              <a:t>EduVision DV converts complex university performance data into a simple, interactive dashboard suite that supports ranking analysis, research analysis, student analytics and country benchmarking.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 err="1">
                <a:solidFill>
                  <a:srgbClr val="94A3B8"/>
                </a:solidFill>
                <a:latin typeface="Aptos"/>
              </a:rPr>
              <a:t>EduVision</a:t>
            </a:r>
            <a:r>
              <a:rPr sz="800" b="0" dirty="0">
                <a:solidFill>
                  <a:srgbClr val="94A3B8"/>
                </a:solidFill>
                <a:latin typeface="Aptos"/>
              </a:rPr>
              <a:t> DV  •  Higher Education Performance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855</Words>
  <Application>Microsoft Office PowerPoint</Application>
  <PresentationFormat>Widescreen</PresentationFormat>
  <Paragraphs>165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fareen mallik</dc:creator>
  <cp:keywords/>
  <dc:description>generated using python-pptx</dc:description>
  <cp:lastModifiedBy>Fareen Mallik</cp:lastModifiedBy>
  <cp:revision>4</cp:revision>
  <dcterms:created xsi:type="dcterms:W3CDTF">2013-01-27T09:14:16Z</dcterms:created>
  <dcterms:modified xsi:type="dcterms:W3CDTF">2026-09-30T11:56:45Z</dcterms:modified>
  <cp:category/>
</cp:coreProperties>
</file>