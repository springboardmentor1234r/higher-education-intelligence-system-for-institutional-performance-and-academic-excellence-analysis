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5"/>
  </p:notesMasterIdLst>
  <p:sldIdLst>
    <p:sldId id="256" r:id="rId2"/>
    <p:sldId id="257" r:id="rId3"/>
    <p:sldId id="312" r:id="rId4"/>
    <p:sldId id="313" r:id="rId5"/>
    <p:sldId id="314" r:id="rId6"/>
    <p:sldId id="315" r:id="rId7"/>
    <p:sldId id="316" r:id="rId8"/>
    <p:sldId id="317" r:id="rId9"/>
    <p:sldId id="319" r:id="rId10"/>
    <p:sldId id="320" r:id="rId11"/>
    <p:sldId id="321" r:id="rId12"/>
    <p:sldId id="322" r:id="rId13"/>
    <p:sldId id="318" r:id="rId14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6"/>
    </p:embeddedFont>
    <p:embeddedFont>
      <p:font typeface="Secular One" panose="00000500000000000000" pitchFamily="2" charset="-79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9A799E-15A1-4FEF-9569-ADFAE7F478F5}">
  <a:tblStyle styleId="{179A799E-15A1-4FEF-9569-ADFAE7F478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0C80E46-5C52-4DC4-828B-73A8C13C99B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54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mini sruthi" userId="590853fc1ead97f9" providerId="LiveId" clId="{6BE76248-03B1-4E09-A7C1-96BF5E5F2BA8}"/>
    <pc:docChg chg="undo custSel addSld modSld">
      <pc:chgData name="Dhamini sruthi" userId="590853fc1ead97f9" providerId="LiveId" clId="{6BE76248-03B1-4E09-A7C1-96BF5E5F2BA8}" dt="2026-10-02T11:48:02.639" v="155" actId="14100"/>
      <pc:docMkLst>
        <pc:docMk/>
      </pc:docMkLst>
      <pc:sldChg chg="addSp delSp modSp new mod">
        <pc:chgData name="Dhamini sruthi" userId="590853fc1ead97f9" providerId="LiveId" clId="{6BE76248-03B1-4E09-A7C1-96BF5E5F2BA8}" dt="2026-10-02T11:43:52.747" v="86" actId="122"/>
        <pc:sldMkLst>
          <pc:docMk/>
          <pc:sldMk cId="1318019633" sldId="319"/>
        </pc:sldMkLst>
        <pc:spChg chg="add del mod">
          <ac:chgData name="Dhamini sruthi" userId="590853fc1ead97f9" providerId="LiveId" clId="{6BE76248-03B1-4E09-A7C1-96BF5E5F2BA8}" dt="2026-10-02T11:43:52.747" v="86" actId="122"/>
          <ac:spMkLst>
            <pc:docMk/>
            <pc:sldMk cId="1318019633" sldId="319"/>
            <ac:spMk id="2" creationId="{27D1DE05-551E-C028-FA28-7D0839EE180E}"/>
          </ac:spMkLst>
        </pc:spChg>
        <pc:picChg chg="add mod">
          <ac:chgData name="Dhamini sruthi" userId="590853fc1ead97f9" providerId="LiveId" clId="{6BE76248-03B1-4E09-A7C1-96BF5E5F2BA8}" dt="2026-10-02T11:32:35.697" v="49" actId="14100"/>
          <ac:picMkLst>
            <pc:docMk/>
            <pc:sldMk cId="1318019633" sldId="319"/>
            <ac:picMk id="4" creationId="{AC5DE4ED-649D-259D-F765-69E403911D0E}"/>
          </ac:picMkLst>
        </pc:picChg>
      </pc:sldChg>
      <pc:sldChg chg="addSp modSp new mod">
        <pc:chgData name="Dhamini sruthi" userId="590853fc1ead97f9" providerId="LiveId" clId="{6BE76248-03B1-4E09-A7C1-96BF5E5F2BA8}" dt="2026-10-02T11:44:03.777" v="88" actId="1076"/>
        <pc:sldMkLst>
          <pc:docMk/>
          <pc:sldMk cId="185327857" sldId="320"/>
        </pc:sldMkLst>
        <pc:spChg chg="mod">
          <ac:chgData name="Dhamini sruthi" userId="590853fc1ead97f9" providerId="LiveId" clId="{6BE76248-03B1-4E09-A7C1-96BF5E5F2BA8}" dt="2026-10-02T11:43:57.321" v="87" actId="122"/>
          <ac:spMkLst>
            <pc:docMk/>
            <pc:sldMk cId="185327857" sldId="320"/>
            <ac:spMk id="2" creationId="{D5BF1CEC-F518-449C-16E8-1F73DD7717D3}"/>
          </ac:spMkLst>
        </pc:spChg>
        <pc:picChg chg="add mod">
          <ac:chgData name="Dhamini sruthi" userId="590853fc1ead97f9" providerId="LiveId" clId="{6BE76248-03B1-4E09-A7C1-96BF5E5F2BA8}" dt="2026-10-02T11:44:03.777" v="88" actId="1076"/>
          <ac:picMkLst>
            <pc:docMk/>
            <pc:sldMk cId="185327857" sldId="320"/>
            <ac:picMk id="4" creationId="{B909BC18-CD22-A8E5-6CC2-515F00D8E334}"/>
          </ac:picMkLst>
        </pc:picChg>
      </pc:sldChg>
      <pc:sldChg chg="addSp modSp new mod">
        <pc:chgData name="Dhamini sruthi" userId="590853fc1ead97f9" providerId="LiveId" clId="{6BE76248-03B1-4E09-A7C1-96BF5E5F2BA8}" dt="2026-10-02T11:45:40.158" v="119" actId="14100"/>
        <pc:sldMkLst>
          <pc:docMk/>
          <pc:sldMk cId="2862313683" sldId="321"/>
        </pc:sldMkLst>
        <pc:spChg chg="mod">
          <ac:chgData name="Dhamini sruthi" userId="590853fc1ead97f9" providerId="LiveId" clId="{6BE76248-03B1-4E09-A7C1-96BF5E5F2BA8}" dt="2026-10-02T11:45:37.488" v="118" actId="1076"/>
          <ac:spMkLst>
            <pc:docMk/>
            <pc:sldMk cId="2862313683" sldId="321"/>
            <ac:spMk id="2" creationId="{EBCC0DF6-2775-9965-66D5-326B9CE06DF7}"/>
          </ac:spMkLst>
        </pc:spChg>
        <pc:picChg chg="add mod">
          <ac:chgData name="Dhamini sruthi" userId="590853fc1ead97f9" providerId="LiveId" clId="{6BE76248-03B1-4E09-A7C1-96BF5E5F2BA8}" dt="2026-10-02T11:45:40.158" v="119" actId="14100"/>
          <ac:picMkLst>
            <pc:docMk/>
            <pc:sldMk cId="2862313683" sldId="321"/>
            <ac:picMk id="4" creationId="{98CFED77-0B6E-2D5A-CE79-AF8289E10254}"/>
          </ac:picMkLst>
        </pc:picChg>
      </pc:sldChg>
      <pc:sldChg chg="addSp modSp new mod">
        <pc:chgData name="Dhamini sruthi" userId="590853fc1ead97f9" providerId="LiveId" clId="{6BE76248-03B1-4E09-A7C1-96BF5E5F2BA8}" dt="2026-10-02T11:48:02.639" v="155" actId="14100"/>
        <pc:sldMkLst>
          <pc:docMk/>
          <pc:sldMk cId="80526145" sldId="322"/>
        </pc:sldMkLst>
        <pc:spChg chg="mod">
          <ac:chgData name="Dhamini sruthi" userId="590853fc1ead97f9" providerId="LiveId" clId="{6BE76248-03B1-4E09-A7C1-96BF5E5F2BA8}" dt="2026-10-02T11:47:53.244" v="152" actId="1076"/>
          <ac:spMkLst>
            <pc:docMk/>
            <pc:sldMk cId="80526145" sldId="322"/>
            <ac:spMk id="2" creationId="{61298859-0DA8-8006-F8B0-0F7017B97042}"/>
          </ac:spMkLst>
        </pc:spChg>
        <pc:picChg chg="add mod">
          <ac:chgData name="Dhamini sruthi" userId="590853fc1ead97f9" providerId="LiveId" clId="{6BE76248-03B1-4E09-A7C1-96BF5E5F2BA8}" dt="2026-10-02T11:48:02.639" v="155" actId="14100"/>
          <ac:picMkLst>
            <pc:docMk/>
            <pc:sldMk cId="80526145" sldId="322"/>
            <ac:picMk id="4" creationId="{F7733D4A-E59A-B478-F6A0-F6527F304A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475" y="2927242"/>
            <a:ext cx="9250200" cy="2229968"/>
            <a:chOff x="-6475" y="2927242"/>
            <a:chExt cx="9250200" cy="2229968"/>
          </a:xfrm>
        </p:grpSpPr>
        <p:grpSp>
          <p:nvGrpSpPr>
            <p:cNvPr id="10" name="Google Shape;10;p2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" name="Google Shape;19;p2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" name="Google Shape;28;p2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29" name="Google Shape;29;p2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" name="Google Shape;31;p2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" name="Google Shape;32;p2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" name="Google Shape;33;p2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" name="Google Shape;34;p2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" name="Google Shape;35;p2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" name="Google Shape;36;p2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" name="Google Shape;37;p2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" name="Google Shape;38;p2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" name="Google Shape;39;p2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" name="Google Shape;40;p2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1" name="Google Shape;41;p2"/>
          <p:cNvSpPr txBox="1">
            <a:spLocks noGrp="1"/>
          </p:cNvSpPr>
          <p:nvPr>
            <p:ph type="ctrTitle"/>
          </p:nvPr>
        </p:nvSpPr>
        <p:spPr>
          <a:xfrm>
            <a:off x="713225" y="525800"/>
            <a:ext cx="6348300" cy="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23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2"/>
          <p:cNvSpPr txBox="1">
            <a:spLocks noGrp="1"/>
          </p:cNvSpPr>
          <p:nvPr>
            <p:ph type="subTitle" idx="1"/>
          </p:nvPr>
        </p:nvSpPr>
        <p:spPr>
          <a:xfrm>
            <a:off x="922500" y="3723240"/>
            <a:ext cx="4280700" cy="4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2"/>
          <p:cNvSpPr txBox="1">
            <a:spLocks noGrp="1"/>
          </p:cNvSpPr>
          <p:nvPr>
            <p:ph type="ctrTitle" idx="2"/>
          </p:nvPr>
        </p:nvSpPr>
        <p:spPr>
          <a:xfrm>
            <a:off x="713225" y="992000"/>
            <a:ext cx="5293200" cy="23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6"/>
          <p:cNvGrpSpPr/>
          <p:nvPr/>
        </p:nvGrpSpPr>
        <p:grpSpPr>
          <a:xfrm>
            <a:off x="-6475" y="2927242"/>
            <a:ext cx="9250200" cy="2229968"/>
            <a:chOff x="-6475" y="2927242"/>
            <a:chExt cx="9250200" cy="2229968"/>
          </a:xfrm>
        </p:grpSpPr>
        <p:grpSp>
          <p:nvGrpSpPr>
            <p:cNvPr id="170" name="Google Shape;170;p6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171" name="Google Shape;171;p6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6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6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6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6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6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6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6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6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180" name="Google Shape;180;p6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6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6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6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6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6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6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6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" name="Google Shape;188;p6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189" name="Google Shape;189;p6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6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6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6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6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" name="Google Shape;194;p6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" name="Google Shape;195;p6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" name="Google Shape;196;p6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" name="Google Shape;197;p6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8" name="Google Shape;198;p6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9" name="Google Shape;199;p6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0" name="Google Shape;200;p6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01" name="Google Shape;201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02" name="Google Shape;202;p6"/>
          <p:cNvGrpSpPr/>
          <p:nvPr/>
        </p:nvGrpSpPr>
        <p:grpSpPr>
          <a:xfrm>
            <a:off x="-213729" y="-163478"/>
            <a:ext cx="9457454" cy="4033703"/>
            <a:chOff x="-213729" y="-163478"/>
            <a:chExt cx="9457454" cy="4033703"/>
          </a:xfrm>
        </p:grpSpPr>
        <p:sp>
          <p:nvSpPr>
            <p:cNvPr id="203" name="Google Shape;203;p6"/>
            <p:cNvSpPr/>
            <p:nvPr/>
          </p:nvSpPr>
          <p:spPr>
            <a:xfrm rot="1771310">
              <a:off x="7280225" y="-99962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 rot="1771310">
              <a:off x="-150275" y="25950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5" name="Google Shape;205;p6"/>
            <p:cNvPicPr preferRelativeResize="0"/>
            <p:nvPr/>
          </p:nvPicPr>
          <p:blipFill rotWithShape="1">
            <a:blip r:embed="rId2">
              <a:alphaModFix/>
            </a:blip>
            <a:srcRect l="28960" t="12547" r="12547" b="12547"/>
            <a:stretch/>
          </p:blipFill>
          <p:spPr>
            <a:xfrm rot="10800000">
              <a:off x="8517074" y="3273677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3" name="Google Shape;973;p27"/>
          <p:cNvGrpSpPr/>
          <p:nvPr/>
        </p:nvGrpSpPr>
        <p:grpSpPr>
          <a:xfrm>
            <a:off x="-6475" y="2716224"/>
            <a:ext cx="9250200" cy="2440985"/>
            <a:chOff x="-6475" y="2716224"/>
            <a:chExt cx="9250200" cy="2440985"/>
          </a:xfrm>
        </p:grpSpPr>
        <p:grpSp>
          <p:nvGrpSpPr>
            <p:cNvPr id="974" name="Google Shape;974;p27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975" name="Google Shape;975;p27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6" name="Google Shape;976;p27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7" name="Google Shape;977;p27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8" name="Google Shape;978;p27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9" name="Google Shape;979;p27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0" name="Google Shape;980;p27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1" name="Google Shape;981;p27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2" name="Google Shape;982;p27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3" name="Google Shape;983;p27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4" name="Google Shape;984;p27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5" name="Google Shape;985;p27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6" name="Google Shape;986;p27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987" name="Google Shape;987;p27"/>
            <p:cNvGrpSpPr/>
            <p:nvPr/>
          </p:nvGrpSpPr>
          <p:grpSpPr>
            <a:xfrm>
              <a:off x="-6475" y="2716224"/>
              <a:ext cx="9141070" cy="1893600"/>
              <a:chOff x="-6475" y="2716224"/>
              <a:chExt cx="9141070" cy="1893600"/>
            </a:xfrm>
          </p:grpSpPr>
          <p:sp>
            <p:nvSpPr>
              <p:cNvPr id="988" name="Google Shape;988;p27"/>
              <p:cNvSpPr/>
              <p:nvPr/>
            </p:nvSpPr>
            <p:spPr>
              <a:xfrm flipH="1">
                <a:off x="8835795" y="2937530"/>
                <a:ext cx="298800" cy="1672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27"/>
              <p:cNvSpPr/>
              <p:nvPr/>
            </p:nvSpPr>
            <p:spPr>
              <a:xfrm flipH="1">
                <a:off x="8393681" y="3562730"/>
                <a:ext cx="298800" cy="1047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27"/>
              <p:cNvSpPr/>
              <p:nvPr/>
            </p:nvSpPr>
            <p:spPr>
              <a:xfrm flipH="1">
                <a:off x="7951568" y="3330530"/>
                <a:ext cx="298800" cy="1279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27"/>
              <p:cNvSpPr/>
              <p:nvPr/>
            </p:nvSpPr>
            <p:spPr>
              <a:xfrm flipH="1">
                <a:off x="7509454" y="3562730"/>
                <a:ext cx="298800" cy="1047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27"/>
              <p:cNvSpPr/>
              <p:nvPr/>
            </p:nvSpPr>
            <p:spPr>
              <a:xfrm flipH="1">
                <a:off x="7067341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27"/>
              <p:cNvSpPr/>
              <p:nvPr/>
            </p:nvSpPr>
            <p:spPr>
              <a:xfrm flipH="1">
                <a:off x="6625227" y="4148330"/>
                <a:ext cx="298800" cy="461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27"/>
              <p:cNvSpPr/>
              <p:nvPr/>
            </p:nvSpPr>
            <p:spPr>
              <a:xfrm flipH="1">
                <a:off x="6183114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27"/>
              <p:cNvSpPr/>
              <p:nvPr/>
            </p:nvSpPr>
            <p:spPr>
              <a:xfrm flipH="1">
                <a:off x="5298887" y="4148330"/>
                <a:ext cx="298800" cy="461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27"/>
              <p:cNvSpPr/>
              <p:nvPr/>
            </p:nvSpPr>
            <p:spPr>
              <a:xfrm>
                <a:off x="-6475" y="2716224"/>
                <a:ext cx="298800" cy="1893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27"/>
              <p:cNvSpPr/>
              <p:nvPr/>
            </p:nvSpPr>
            <p:spPr>
              <a:xfrm>
                <a:off x="435639" y="3562730"/>
                <a:ext cx="298800" cy="1047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27"/>
              <p:cNvSpPr/>
              <p:nvPr/>
            </p:nvSpPr>
            <p:spPr>
              <a:xfrm>
                <a:off x="877752" y="3330530"/>
                <a:ext cx="298800" cy="1279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27"/>
              <p:cNvSpPr/>
              <p:nvPr/>
            </p:nvSpPr>
            <p:spPr>
              <a:xfrm>
                <a:off x="1319866" y="3562730"/>
                <a:ext cx="298800" cy="1047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27"/>
              <p:cNvSpPr/>
              <p:nvPr/>
            </p:nvSpPr>
            <p:spPr>
              <a:xfrm>
                <a:off x="1761979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27"/>
              <p:cNvSpPr/>
              <p:nvPr/>
            </p:nvSpPr>
            <p:spPr>
              <a:xfrm>
                <a:off x="2204093" y="4148330"/>
                <a:ext cx="298800" cy="461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27"/>
              <p:cNvSpPr/>
              <p:nvPr/>
            </p:nvSpPr>
            <p:spPr>
              <a:xfrm>
                <a:off x="2646206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27"/>
              <p:cNvSpPr/>
              <p:nvPr/>
            </p:nvSpPr>
            <p:spPr>
              <a:xfrm>
                <a:off x="3088320" y="4148330"/>
                <a:ext cx="298800" cy="461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27"/>
              <p:cNvSpPr/>
              <p:nvPr/>
            </p:nvSpPr>
            <p:spPr>
              <a:xfrm>
                <a:off x="3530433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27"/>
              <p:cNvSpPr/>
              <p:nvPr/>
            </p:nvSpPr>
            <p:spPr>
              <a:xfrm>
                <a:off x="4414660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27"/>
              <p:cNvSpPr/>
              <p:nvPr/>
            </p:nvSpPr>
            <p:spPr>
              <a:xfrm>
                <a:off x="4856773" y="3949130"/>
                <a:ext cx="298800" cy="660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27"/>
              <p:cNvSpPr/>
              <p:nvPr/>
            </p:nvSpPr>
            <p:spPr>
              <a:xfrm>
                <a:off x="3972546" y="3562730"/>
                <a:ext cx="298800" cy="1047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27"/>
              <p:cNvSpPr/>
              <p:nvPr/>
            </p:nvSpPr>
            <p:spPr>
              <a:xfrm>
                <a:off x="5741000" y="4148330"/>
                <a:ext cx="298800" cy="461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09" name="Google Shape;1009;p27"/>
          <p:cNvGrpSpPr/>
          <p:nvPr/>
        </p:nvGrpSpPr>
        <p:grpSpPr>
          <a:xfrm>
            <a:off x="-6473" y="337177"/>
            <a:ext cx="9003464" cy="4483123"/>
            <a:chOff x="-6473" y="337177"/>
            <a:chExt cx="9003464" cy="4483123"/>
          </a:xfrm>
        </p:grpSpPr>
        <p:pic>
          <p:nvPicPr>
            <p:cNvPr id="1010" name="Google Shape;1010;p27"/>
            <p:cNvPicPr preferRelativeResize="0"/>
            <p:nvPr/>
          </p:nvPicPr>
          <p:blipFill rotWithShape="1">
            <a:blip r:embed="rId2">
              <a:alphaModFix/>
            </a:blip>
            <a:srcRect l="28960" t="12547" r="12547" b="12547"/>
            <a:stretch/>
          </p:blipFill>
          <p:spPr>
            <a:xfrm rot="10800000">
              <a:off x="-6473" y="4118400"/>
              <a:ext cx="854948" cy="701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11" name="Google Shape;1011;p27"/>
            <p:cNvGrpSpPr/>
            <p:nvPr/>
          </p:nvGrpSpPr>
          <p:grpSpPr>
            <a:xfrm>
              <a:off x="340235" y="337177"/>
              <a:ext cx="745978" cy="516368"/>
              <a:chOff x="923424" y="1580182"/>
              <a:chExt cx="1171264" cy="810752"/>
            </a:xfrm>
          </p:grpSpPr>
          <p:sp>
            <p:nvSpPr>
              <p:cNvPr id="1012" name="Google Shape;1012;p27"/>
              <p:cNvSpPr/>
              <p:nvPr/>
            </p:nvSpPr>
            <p:spPr>
              <a:xfrm>
                <a:off x="923424" y="1782870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27"/>
              <p:cNvSpPr/>
              <p:nvPr/>
            </p:nvSpPr>
            <p:spPr>
              <a:xfrm>
                <a:off x="1626624" y="1782870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0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0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27"/>
              <p:cNvSpPr/>
              <p:nvPr/>
            </p:nvSpPr>
            <p:spPr>
              <a:xfrm>
                <a:off x="1274896" y="1580182"/>
                <a:ext cx="468096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7" fill="none" extrusionOk="0">
                    <a:moveTo>
                      <a:pt x="21942" y="1"/>
                    </a:moveTo>
                    <a:lnTo>
                      <a:pt x="7314" y="1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27"/>
              <p:cNvSpPr/>
              <p:nvPr/>
            </p:nvSpPr>
            <p:spPr>
              <a:xfrm>
                <a:off x="1274896" y="1985558"/>
                <a:ext cx="468096" cy="405376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6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16" name="Google Shape;1016;p27"/>
            <p:cNvSpPr/>
            <p:nvPr/>
          </p:nvSpPr>
          <p:spPr>
            <a:xfrm rot="1771310">
              <a:off x="8583600" y="180453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28"/>
          <p:cNvSpPr/>
          <p:nvPr/>
        </p:nvSpPr>
        <p:spPr>
          <a:xfrm flipH="1">
            <a:off x="5298887" y="4148330"/>
            <a:ext cx="298800" cy="461400"/>
          </a:xfrm>
          <a:prstGeom prst="rect">
            <a:avLst/>
          </a:prstGeom>
          <a:solidFill>
            <a:srgbClr val="A4ABD7">
              <a:alpha val="47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28"/>
          <p:cNvSpPr/>
          <p:nvPr/>
        </p:nvSpPr>
        <p:spPr>
          <a:xfrm>
            <a:off x="3530425" y="4148329"/>
            <a:ext cx="298800" cy="461400"/>
          </a:xfrm>
          <a:prstGeom prst="rect">
            <a:avLst/>
          </a:prstGeom>
          <a:solidFill>
            <a:srgbClr val="A4ABD7">
              <a:alpha val="47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28"/>
          <p:cNvSpPr/>
          <p:nvPr/>
        </p:nvSpPr>
        <p:spPr>
          <a:xfrm>
            <a:off x="4414650" y="4401830"/>
            <a:ext cx="298800" cy="207900"/>
          </a:xfrm>
          <a:prstGeom prst="rect">
            <a:avLst/>
          </a:prstGeom>
          <a:solidFill>
            <a:srgbClr val="A4ABD7">
              <a:alpha val="47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28"/>
          <p:cNvSpPr/>
          <p:nvPr/>
        </p:nvSpPr>
        <p:spPr>
          <a:xfrm>
            <a:off x="4856775" y="4257354"/>
            <a:ext cx="298800" cy="352500"/>
          </a:xfrm>
          <a:prstGeom prst="rect">
            <a:avLst/>
          </a:prstGeom>
          <a:solidFill>
            <a:srgbClr val="A4ABD7">
              <a:alpha val="47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p28"/>
          <p:cNvSpPr/>
          <p:nvPr/>
        </p:nvSpPr>
        <p:spPr>
          <a:xfrm>
            <a:off x="3972550" y="4257352"/>
            <a:ext cx="298800" cy="352500"/>
          </a:xfrm>
          <a:prstGeom prst="rect">
            <a:avLst/>
          </a:prstGeom>
          <a:solidFill>
            <a:srgbClr val="A4ABD7">
              <a:alpha val="47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3" name="Google Shape;1023;p28"/>
          <p:cNvGrpSpPr/>
          <p:nvPr/>
        </p:nvGrpSpPr>
        <p:grpSpPr>
          <a:xfrm>
            <a:off x="-6475" y="1955300"/>
            <a:ext cx="9250200" cy="3201909"/>
            <a:chOff x="-6475" y="1955300"/>
            <a:chExt cx="9250200" cy="3201909"/>
          </a:xfrm>
        </p:grpSpPr>
        <p:grpSp>
          <p:nvGrpSpPr>
            <p:cNvPr id="1024" name="Google Shape;1024;p28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1025" name="Google Shape;1025;p28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6" name="Google Shape;1026;p28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7" name="Google Shape;1027;p28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8" name="Google Shape;1028;p28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9" name="Google Shape;1029;p28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0" name="Google Shape;1030;p28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1" name="Google Shape;1031;p28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2" name="Google Shape;1032;p28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3" name="Google Shape;1033;p28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4" name="Google Shape;1034;p28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5" name="Google Shape;1035;p28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6" name="Google Shape;1036;p28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37" name="Google Shape;1037;p28"/>
            <p:cNvGrpSpPr/>
            <p:nvPr/>
          </p:nvGrpSpPr>
          <p:grpSpPr>
            <a:xfrm>
              <a:off x="-6475" y="1955300"/>
              <a:ext cx="9141075" cy="2654569"/>
              <a:chOff x="-6475" y="1955300"/>
              <a:chExt cx="9141075" cy="2654569"/>
            </a:xfrm>
          </p:grpSpPr>
          <p:sp>
            <p:nvSpPr>
              <p:cNvPr id="1038" name="Google Shape;1038;p28"/>
              <p:cNvSpPr/>
              <p:nvPr/>
            </p:nvSpPr>
            <p:spPr>
              <a:xfrm flipH="1">
                <a:off x="8835800" y="1955324"/>
                <a:ext cx="298800" cy="2654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8"/>
              <p:cNvSpPr/>
              <p:nvPr/>
            </p:nvSpPr>
            <p:spPr>
              <a:xfrm flipH="1">
                <a:off x="8393675" y="2253901"/>
                <a:ext cx="298800" cy="2355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28"/>
              <p:cNvSpPr/>
              <p:nvPr/>
            </p:nvSpPr>
            <p:spPr>
              <a:xfrm flipH="1">
                <a:off x="7951575" y="2619897"/>
                <a:ext cx="298800" cy="1989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8"/>
              <p:cNvSpPr/>
              <p:nvPr/>
            </p:nvSpPr>
            <p:spPr>
              <a:xfrm flipH="1">
                <a:off x="7509450" y="2985922"/>
                <a:ext cx="298800" cy="1623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28"/>
              <p:cNvSpPr/>
              <p:nvPr/>
            </p:nvSpPr>
            <p:spPr>
              <a:xfrm flipH="1">
                <a:off x="7067350" y="3429010"/>
                <a:ext cx="298800" cy="1180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8"/>
              <p:cNvSpPr/>
              <p:nvPr/>
            </p:nvSpPr>
            <p:spPr>
              <a:xfrm flipH="1">
                <a:off x="6625225" y="3631269"/>
                <a:ext cx="298800" cy="978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28"/>
              <p:cNvSpPr/>
              <p:nvPr/>
            </p:nvSpPr>
            <p:spPr>
              <a:xfrm flipH="1">
                <a:off x="6183125" y="3775752"/>
                <a:ext cx="298800" cy="834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28"/>
              <p:cNvSpPr/>
              <p:nvPr/>
            </p:nvSpPr>
            <p:spPr>
              <a:xfrm>
                <a:off x="-6475" y="1955300"/>
                <a:ext cx="298800" cy="2654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28"/>
              <p:cNvSpPr/>
              <p:nvPr/>
            </p:nvSpPr>
            <p:spPr>
              <a:xfrm>
                <a:off x="435650" y="2253901"/>
                <a:ext cx="298800" cy="2355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28"/>
              <p:cNvSpPr/>
              <p:nvPr/>
            </p:nvSpPr>
            <p:spPr>
              <a:xfrm>
                <a:off x="877750" y="2619897"/>
                <a:ext cx="298800" cy="1989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28"/>
              <p:cNvSpPr/>
              <p:nvPr/>
            </p:nvSpPr>
            <p:spPr>
              <a:xfrm>
                <a:off x="1319875" y="2985922"/>
                <a:ext cx="298800" cy="1623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28"/>
              <p:cNvSpPr/>
              <p:nvPr/>
            </p:nvSpPr>
            <p:spPr>
              <a:xfrm>
                <a:off x="1761975" y="3429001"/>
                <a:ext cx="298800" cy="1180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28"/>
              <p:cNvSpPr/>
              <p:nvPr/>
            </p:nvSpPr>
            <p:spPr>
              <a:xfrm>
                <a:off x="2204100" y="3631269"/>
                <a:ext cx="298800" cy="978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28"/>
              <p:cNvSpPr/>
              <p:nvPr/>
            </p:nvSpPr>
            <p:spPr>
              <a:xfrm>
                <a:off x="2646200" y="3775752"/>
                <a:ext cx="298800" cy="834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28"/>
              <p:cNvSpPr/>
              <p:nvPr/>
            </p:nvSpPr>
            <p:spPr>
              <a:xfrm>
                <a:off x="3088325" y="3949122"/>
                <a:ext cx="298800" cy="660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28"/>
              <p:cNvSpPr/>
              <p:nvPr/>
            </p:nvSpPr>
            <p:spPr>
              <a:xfrm>
                <a:off x="5741001" y="3949122"/>
                <a:ext cx="298800" cy="660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4" name="Google Shape;1054;p28"/>
          <p:cNvGrpSpPr/>
          <p:nvPr/>
        </p:nvGrpSpPr>
        <p:grpSpPr>
          <a:xfrm>
            <a:off x="1344296" y="-3"/>
            <a:ext cx="7921842" cy="5143495"/>
            <a:chOff x="1344296" y="-3"/>
            <a:chExt cx="7921842" cy="5143495"/>
          </a:xfrm>
        </p:grpSpPr>
        <p:pic>
          <p:nvPicPr>
            <p:cNvPr id="1055" name="Google Shape;1055;p28"/>
            <p:cNvPicPr preferRelativeResize="0"/>
            <p:nvPr/>
          </p:nvPicPr>
          <p:blipFill rotWithShape="1">
            <a:blip r:embed="rId2">
              <a:alphaModFix/>
            </a:blip>
            <a:srcRect l="28960" t="12547" r="12547" b="12547"/>
            <a:stretch/>
          </p:blipFill>
          <p:spPr>
            <a:xfrm rot="10800000">
              <a:off x="8344502" y="3058875"/>
              <a:ext cx="854948" cy="701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56" name="Google Shape;1056;p28"/>
            <p:cNvGrpSpPr/>
            <p:nvPr/>
          </p:nvGrpSpPr>
          <p:grpSpPr>
            <a:xfrm>
              <a:off x="8520160" y="433502"/>
              <a:ext cx="745978" cy="516368"/>
              <a:chOff x="923424" y="1580182"/>
              <a:chExt cx="1171264" cy="810752"/>
            </a:xfrm>
          </p:grpSpPr>
          <p:sp>
            <p:nvSpPr>
              <p:cNvPr id="1057" name="Google Shape;1057;p28"/>
              <p:cNvSpPr/>
              <p:nvPr/>
            </p:nvSpPr>
            <p:spPr>
              <a:xfrm>
                <a:off x="923424" y="1782870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28"/>
              <p:cNvSpPr/>
              <p:nvPr/>
            </p:nvSpPr>
            <p:spPr>
              <a:xfrm>
                <a:off x="1626624" y="1782870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0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0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28"/>
              <p:cNvSpPr/>
              <p:nvPr/>
            </p:nvSpPr>
            <p:spPr>
              <a:xfrm>
                <a:off x="1274896" y="1580182"/>
                <a:ext cx="468096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7" fill="none" extrusionOk="0">
                    <a:moveTo>
                      <a:pt x="21942" y="1"/>
                    </a:moveTo>
                    <a:lnTo>
                      <a:pt x="7314" y="1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28"/>
              <p:cNvSpPr/>
              <p:nvPr/>
            </p:nvSpPr>
            <p:spPr>
              <a:xfrm>
                <a:off x="1274896" y="1985558"/>
                <a:ext cx="468096" cy="405376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6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61" name="Google Shape;1061;p28"/>
            <p:cNvSpPr/>
            <p:nvPr/>
          </p:nvSpPr>
          <p:spPr>
            <a:xfrm rot="1771310">
              <a:off x="2062725" y="635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8"/>
            <p:cNvSpPr/>
            <p:nvPr/>
          </p:nvSpPr>
          <p:spPr>
            <a:xfrm rot="1771310">
              <a:off x="1407750" y="47301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8" r:id="rId3"/>
    <p:sldLayoutId id="2147483673" r:id="rId4"/>
    <p:sldLayoutId id="214748367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32"/>
          <p:cNvSpPr txBox="1">
            <a:spLocks noGrp="1"/>
          </p:cNvSpPr>
          <p:nvPr>
            <p:ph type="ctrTitle" idx="2"/>
          </p:nvPr>
        </p:nvSpPr>
        <p:spPr>
          <a:xfrm>
            <a:off x="713225" y="992000"/>
            <a:ext cx="5293200" cy="23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DV HIGHER EDUCATION PERFORMANCE </a:t>
            </a:r>
            <a:br>
              <a:rPr lang="en-IN" dirty="0"/>
            </a:br>
            <a:r>
              <a:rPr lang="en-IN" dirty="0"/>
              <a:t>DASHBOARD</a:t>
            </a:r>
            <a:br>
              <a:rPr lang="en-IN" dirty="0"/>
            </a:br>
            <a:r>
              <a:rPr lang="en-IN" sz="1800" dirty="0"/>
              <a:t>BY:</a:t>
            </a:r>
            <a:br>
              <a:rPr lang="en-IN" sz="1800" dirty="0"/>
            </a:br>
            <a:r>
              <a:rPr lang="en-IN" sz="1800" dirty="0"/>
              <a:t>JS DHAMINI SRUTHI</a:t>
            </a:r>
            <a:endParaRPr dirty="0"/>
          </a:p>
        </p:txBody>
      </p:sp>
      <p:grpSp>
        <p:nvGrpSpPr>
          <p:cNvPr id="1077" name="Google Shape;1077;p32"/>
          <p:cNvGrpSpPr/>
          <p:nvPr/>
        </p:nvGrpSpPr>
        <p:grpSpPr>
          <a:xfrm>
            <a:off x="5768331" y="2010972"/>
            <a:ext cx="2982003" cy="2825777"/>
            <a:chOff x="405994" y="1318049"/>
            <a:chExt cx="3395199" cy="3217326"/>
          </a:xfrm>
        </p:grpSpPr>
        <p:pic>
          <p:nvPicPr>
            <p:cNvPr id="1078" name="Google Shape;1078;p32"/>
            <p:cNvPicPr preferRelativeResize="0"/>
            <p:nvPr/>
          </p:nvPicPr>
          <p:blipFill rotWithShape="1">
            <a:blip r:embed="rId3">
              <a:alphaModFix/>
            </a:blip>
            <a:srcRect t="14449"/>
            <a:stretch/>
          </p:blipFill>
          <p:spPr>
            <a:xfrm>
              <a:off x="405994" y="1318049"/>
              <a:ext cx="3395199" cy="3217326"/>
            </a:xfrm>
            <a:prstGeom prst="rect">
              <a:avLst/>
            </a:prstGeom>
            <a:noFill/>
            <a:ln>
              <a:noFill/>
            </a:ln>
            <a:effectLst>
              <a:outerShdw blurRad="271463" dist="114300" dir="21540000" algn="bl" rotWithShape="0">
                <a:schemeClr val="lt1">
                  <a:alpha val="90000"/>
                </a:schemeClr>
              </a:outerShdw>
            </a:effectLst>
          </p:spPr>
        </p:pic>
        <p:grpSp>
          <p:nvGrpSpPr>
            <p:cNvPr id="1079" name="Google Shape;1079;p32"/>
            <p:cNvGrpSpPr/>
            <p:nvPr/>
          </p:nvGrpSpPr>
          <p:grpSpPr>
            <a:xfrm>
              <a:off x="1873458" y="3693401"/>
              <a:ext cx="848565" cy="408774"/>
              <a:chOff x="1873458" y="3693401"/>
              <a:chExt cx="848565" cy="408774"/>
            </a:xfrm>
          </p:grpSpPr>
          <p:pic>
            <p:nvPicPr>
              <p:cNvPr id="1080" name="Google Shape;1080;p32"/>
              <p:cNvPicPr preferRelativeResize="0"/>
              <p:nvPr/>
            </p:nvPicPr>
            <p:blipFill rotWithShape="1">
              <a:blip r:embed="rId4">
                <a:alphaModFix amt="80000"/>
              </a:blip>
              <a:srcRect t="19048" r="17641"/>
              <a:stretch/>
            </p:blipFill>
            <p:spPr>
              <a:xfrm rot="10800000">
                <a:off x="2552699" y="3795698"/>
                <a:ext cx="169324" cy="15612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00025" dist="19050" dir="5400000" algn="bl" rotWithShape="0">
                  <a:schemeClr val="lt1">
                    <a:alpha val="80000"/>
                  </a:schemeClr>
                </a:outerShdw>
              </a:effectLst>
            </p:spPr>
          </p:pic>
          <p:pic>
            <p:nvPicPr>
              <p:cNvPr id="1081" name="Google Shape;1081;p32"/>
              <p:cNvPicPr preferRelativeResize="0"/>
              <p:nvPr/>
            </p:nvPicPr>
            <p:blipFill rotWithShape="1">
              <a:blip r:embed="rId4">
                <a:alphaModFix amt="80000"/>
              </a:blip>
              <a:srcRect t="19048" r="17641"/>
              <a:stretch/>
            </p:blipFill>
            <p:spPr>
              <a:xfrm rot="10800000">
                <a:off x="2165250" y="3777174"/>
                <a:ext cx="120750" cy="11132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00025" dist="19050" dir="5400000" algn="bl" rotWithShape="0">
                  <a:schemeClr val="lt1">
                    <a:alpha val="80000"/>
                  </a:schemeClr>
                </a:outerShdw>
              </a:effectLst>
            </p:spPr>
          </p:pic>
          <p:pic>
            <p:nvPicPr>
              <p:cNvPr id="1082" name="Google Shape;1082;p32"/>
              <p:cNvPicPr preferRelativeResize="0"/>
              <p:nvPr/>
            </p:nvPicPr>
            <p:blipFill rotWithShape="1">
              <a:blip r:embed="rId4">
                <a:alphaModFix amt="80000"/>
              </a:blip>
              <a:srcRect t="19048" r="17641"/>
              <a:stretch/>
            </p:blipFill>
            <p:spPr>
              <a:xfrm rot="10800000">
                <a:off x="2306998" y="3952399"/>
                <a:ext cx="162452" cy="14977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00025" dist="19050" dir="5400000" algn="bl" rotWithShape="0">
                  <a:schemeClr val="lt1">
                    <a:alpha val="80000"/>
                  </a:schemeClr>
                </a:outerShdw>
              </a:effectLst>
            </p:spPr>
          </p:pic>
          <p:pic>
            <p:nvPicPr>
              <p:cNvPr id="1083" name="Google Shape;1083;p32"/>
              <p:cNvPicPr preferRelativeResize="0"/>
              <p:nvPr/>
            </p:nvPicPr>
            <p:blipFill rotWithShape="1">
              <a:blip r:embed="rId4">
                <a:alphaModFix amt="80000"/>
              </a:blip>
              <a:srcRect t="19048" r="17641"/>
              <a:stretch/>
            </p:blipFill>
            <p:spPr>
              <a:xfrm rot="10800000">
                <a:off x="1873458" y="3693401"/>
                <a:ext cx="164726" cy="15187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00025" dist="19050" dir="5400000" algn="bl" rotWithShape="0">
                  <a:schemeClr val="lt1">
                    <a:alpha val="80000"/>
                  </a:schemeClr>
                </a:outerShdw>
              </a:effectLst>
            </p:spPr>
          </p:pic>
        </p:grpSp>
      </p:grpSp>
      <p:pic>
        <p:nvPicPr>
          <p:cNvPr id="1086" name="Google Shape;1086;p32"/>
          <p:cNvPicPr preferRelativeResize="0"/>
          <p:nvPr/>
        </p:nvPicPr>
        <p:blipFill rotWithShape="1">
          <a:blip r:embed="rId5">
            <a:alphaModFix/>
          </a:blip>
          <a:srcRect l="28960" t="12547" r="12547" b="12547"/>
          <a:stretch/>
        </p:blipFill>
        <p:spPr>
          <a:xfrm rot="10800000">
            <a:off x="5045277" y="3329500"/>
            <a:ext cx="854948" cy="701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7" name="Google Shape;1087;p32"/>
          <p:cNvGrpSpPr/>
          <p:nvPr/>
        </p:nvGrpSpPr>
        <p:grpSpPr>
          <a:xfrm>
            <a:off x="8057785" y="1252227"/>
            <a:ext cx="745978" cy="516368"/>
            <a:chOff x="923424" y="1580182"/>
            <a:chExt cx="1171264" cy="810752"/>
          </a:xfrm>
        </p:grpSpPr>
        <p:sp>
          <p:nvSpPr>
            <p:cNvPr id="1088" name="Google Shape;1088;p32"/>
            <p:cNvSpPr/>
            <p:nvPr/>
          </p:nvSpPr>
          <p:spPr>
            <a:xfrm>
              <a:off x="9234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2"/>
            <p:cNvSpPr/>
            <p:nvPr/>
          </p:nvSpPr>
          <p:spPr>
            <a:xfrm>
              <a:off x="16266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0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0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2"/>
            <p:cNvSpPr/>
            <p:nvPr/>
          </p:nvSpPr>
          <p:spPr>
            <a:xfrm>
              <a:off x="1274896" y="1580182"/>
              <a:ext cx="468096" cy="405392"/>
            </a:xfrm>
            <a:custGeom>
              <a:avLst/>
              <a:gdLst/>
              <a:ahLst/>
              <a:cxnLst/>
              <a:rect l="l" t="t" r="r" b="b"/>
              <a:pathLst>
                <a:path w="29256" h="25337" fill="none" extrusionOk="0">
                  <a:moveTo>
                    <a:pt x="21942" y="1"/>
                  </a:moveTo>
                  <a:lnTo>
                    <a:pt x="7314" y="1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2"/>
            <p:cNvSpPr/>
            <p:nvPr/>
          </p:nvSpPr>
          <p:spPr>
            <a:xfrm>
              <a:off x="1274896" y="1985558"/>
              <a:ext cx="468096" cy="405376"/>
            </a:xfrm>
            <a:custGeom>
              <a:avLst/>
              <a:gdLst/>
              <a:ahLst/>
              <a:cxnLst/>
              <a:rect l="l" t="t" r="r" b="b"/>
              <a:pathLst>
                <a:path w="29256" h="25336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2" name="Google Shape;1092;p32"/>
          <p:cNvSpPr/>
          <p:nvPr/>
        </p:nvSpPr>
        <p:spPr>
          <a:xfrm rot="1771310">
            <a:off x="253375" y="225688"/>
            <a:ext cx="349937" cy="349812"/>
          </a:xfrm>
          <a:custGeom>
            <a:avLst/>
            <a:gdLst/>
            <a:ahLst/>
            <a:cxnLst/>
            <a:rect l="l" t="t" r="r" b="b"/>
            <a:pathLst>
              <a:path w="36610" h="36610" extrusionOk="0">
                <a:moveTo>
                  <a:pt x="36609" y="21428"/>
                </a:moveTo>
                <a:lnTo>
                  <a:pt x="36609" y="15183"/>
                </a:lnTo>
                <a:lnTo>
                  <a:pt x="32092" y="15183"/>
                </a:lnTo>
                <a:cubicBezTo>
                  <a:pt x="31732" y="13592"/>
                  <a:pt x="31102" y="12105"/>
                  <a:pt x="30257" y="10768"/>
                </a:cubicBezTo>
                <a:lnTo>
                  <a:pt x="33456" y="7569"/>
                </a:lnTo>
                <a:lnTo>
                  <a:pt x="29041" y="3154"/>
                </a:lnTo>
                <a:lnTo>
                  <a:pt x="25842" y="6353"/>
                </a:lnTo>
                <a:cubicBezTo>
                  <a:pt x="24505" y="5508"/>
                  <a:pt x="23019" y="4878"/>
                  <a:pt x="21427" y="4519"/>
                </a:cubicBezTo>
                <a:lnTo>
                  <a:pt x="21427" y="1"/>
                </a:lnTo>
                <a:lnTo>
                  <a:pt x="15183" y="1"/>
                </a:lnTo>
                <a:lnTo>
                  <a:pt x="15183" y="4519"/>
                </a:lnTo>
                <a:cubicBezTo>
                  <a:pt x="13591" y="4878"/>
                  <a:pt x="12105" y="5508"/>
                  <a:pt x="10768" y="6353"/>
                </a:cubicBezTo>
                <a:lnTo>
                  <a:pt x="7569" y="3154"/>
                </a:lnTo>
                <a:lnTo>
                  <a:pt x="3154" y="7569"/>
                </a:lnTo>
                <a:lnTo>
                  <a:pt x="6353" y="10768"/>
                </a:lnTo>
                <a:cubicBezTo>
                  <a:pt x="5508" y="12105"/>
                  <a:pt x="4878" y="13592"/>
                  <a:pt x="4519" y="15183"/>
                </a:cubicBezTo>
                <a:lnTo>
                  <a:pt x="1" y="15183"/>
                </a:lnTo>
                <a:lnTo>
                  <a:pt x="1" y="21428"/>
                </a:lnTo>
                <a:lnTo>
                  <a:pt x="4519" y="21428"/>
                </a:lnTo>
                <a:cubicBezTo>
                  <a:pt x="4878" y="23019"/>
                  <a:pt x="5508" y="24505"/>
                  <a:pt x="6353" y="25843"/>
                </a:cubicBezTo>
                <a:lnTo>
                  <a:pt x="3154" y="29042"/>
                </a:lnTo>
                <a:lnTo>
                  <a:pt x="7569" y="33457"/>
                </a:lnTo>
                <a:lnTo>
                  <a:pt x="10768" y="30258"/>
                </a:lnTo>
                <a:cubicBezTo>
                  <a:pt x="12105" y="31103"/>
                  <a:pt x="13591" y="31732"/>
                  <a:pt x="15183" y="32092"/>
                </a:cubicBezTo>
                <a:lnTo>
                  <a:pt x="15183" y="36610"/>
                </a:lnTo>
                <a:lnTo>
                  <a:pt x="21427" y="36610"/>
                </a:lnTo>
                <a:lnTo>
                  <a:pt x="21427" y="32092"/>
                </a:lnTo>
                <a:cubicBezTo>
                  <a:pt x="23019" y="31732"/>
                  <a:pt x="24505" y="31103"/>
                  <a:pt x="25842" y="30258"/>
                </a:cubicBezTo>
                <a:lnTo>
                  <a:pt x="29041" y="33457"/>
                </a:lnTo>
                <a:lnTo>
                  <a:pt x="33456" y="29042"/>
                </a:lnTo>
                <a:lnTo>
                  <a:pt x="30257" y="25843"/>
                </a:lnTo>
                <a:cubicBezTo>
                  <a:pt x="31102" y="24505"/>
                  <a:pt x="31732" y="23019"/>
                  <a:pt x="32092" y="21428"/>
                </a:cubicBezTo>
                <a:close/>
                <a:moveTo>
                  <a:pt x="19650" y="25059"/>
                </a:moveTo>
                <a:cubicBezTo>
                  <a:pt x="14803" y="25978"/>
                  <a:pt x="10633" y="21808"/>
                  <a:pt x="11551" y="16960"/>
                </a:cubicBezTo>
                <a:cubicBezTo>
                  <a:pt x="12064" y="14251"/>
                  <a:pt x="14249" y="12066"/>
                  <a:pt x="16958" y="11551"/>
                </a:cubicBezTo>
                <a:cubicBezTo>
                  <a:pt x="21805" y="10631"/>
                  <a:pt x="25980" y="14805"/>
                  <a:pt x="25059" y="19653"/>
                </a:cubicBezTo>
                <a:cubicBezTo>
                  <a:pt x="24546" y="22362"/>
                  <a:pt x="22359" y="24546"/>
                  <a:pt x="19650" y="25059"/>
                </a:cubicBezTo>
                <a:close/>
              </a:path>
            </a:pathLst>
          </a:custGeom>
          <a:solidFill>
            <a:srgbClr val="A4ABD7">
              <a:alpha val="34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3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/>
              <a:t>Project Overview</a:t>
            </a:r>
            <a:endParaRPr dirty="0"/>
          </a:p>
        </p:txBody>
      </p:sp>
      <p:grpSp>
        <p:nvGrpSpPr>
          <p:cNvPr id="1102" name="Google Shape;1102;p33"/>
          <p:cNvGrpSpPr/>
          <p:nvPr/>
        </p:nvGrpSpPr>
        <p:grpSpPr>
          <a:xfrm>
            <a:off x="7216781" y="674150"/>
            <a:ext cx="1211612" cy="438051"/>
            <a:chOff x="175552" y="1101686"/>
            <a:chExt cx="520944" cy="188336"/>
          </a:xfrm>
        </p:grpSpPr>
        <p:sp>
          <p:nvSpPr>
            <p:cNvPr id="1103" name="Google Shape;1103;p33"/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3"/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3"/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3"/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3"/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3"/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3"/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3"/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3"/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3"/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3"/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3"/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3"/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3"/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3"/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3"/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3"/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3"/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3"/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3"/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3"/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3"/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3"/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3"/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A5CCC1A-E246-5A50-07F3-2AA51784E07E}"/>
              </a:ext>
            </a:extLst>
          </p:cNvPr>
          <p:cNvSpPr txBox="1"/>
          <p:nvPr/>
        </p:nvSpPr>
        <p:spPr>
          <a:xfrm>
            <a:off x="720000" y="1592982"/>
            <a:ext cx="618189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b="1" kern="100" dirty="0" err="1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EduVision</a:t>
            </a:r>
            <a:r>
              <a:rPr lang="en-IN" sz="1400" b="1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 DV – Higher Education Intelligence System</a:t>
            </a:r>
            <a:endParaRPr lang="en-IN" sz="1400" kern="100" dirty="0">
              <a:effectLst/>
              <a:latin typeface="Arial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The project focuses on analysing higher-education performance using university ranking and education datasets.</a:t>
            </a:r>
          </a:p>
          <a:p>
            <a:pPr marL="342900" lvl="0" indent="-342900" algn="just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We worked with university, student, ranking, country and education indicators.</a:t>
            </a:r>
          </a:p>
          <a:p>
            <a:pPr marL="342900" lvl="0" indent="-342900" algn="just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The objective is to convert raw data into meaningful visual insights using Tableau.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67B6-5F49-CBAB-C783-9BD8BEF94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Milestone 1: Data Collection &amp; Cleaning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13202F-2370-ED76-C24C-2512723E2A7D}"/>
              </a:ext>
            </a:extLst>
          </p:cNvPr>
          <p:cNvSpPr txBox="1"/>
          <p:nvPr/>
        </p:nvSpPr>
        <p:spPr>
          <a:xfrm>
            <a:off x="998524" y="1786543"/>
            <a:ext cx="6258153" cy="189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b="1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What We Did</a:t>
            </a:r>
            <a:endParaRPr lang="en-IN" sz="1400" kern="100" dirty="0">
              <a:effectLst/>
              <a:latin typeface="Arial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Downloaded the required datasets from the respective sources/Kaggle.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Checked </a:t>
            </a:r>
            <a:r>
              <a:rPr lang="en-IN" sz="1400" b="1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University, Student, Country/Region and Ranking</a:t>
            </a: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 data.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Identified and removed duplicate records.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Handled missing values and incorrect/inconsistent data.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Corrected </a:t>
            </a:r>
            <a:r>
              <a:rPr lang="en-IN" sz="1400" b="1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case-sensitive and naming inconsistencies</a:t>
            </a: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865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5A5C6-9B2D-3B65-B156-C15D691FF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Major Challenge: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11FC78-EED0-E1CF-0E2F-14CDE6E98C56}"/>
              </a:ext>
            </a:extLst>
          </p:cNvPr>
          <p:cNvSpPr txBox="1"/>
          <p:nvPr/>
        </p:nvSpPr>
        <p:spPr>
          <a:xfrm>
            <a:off x="896112" y="1498289"/>
            <a:ext cx="4703672" cy="124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The same country appeared with different names, such as </a:t>
            </a:r>
            <a:r>
              <a:rPr lang="en-IN" sz="1400" b="1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USA / America</a:t>
            </a: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, which created difficulty while grouping and comparing data.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Some numerical fields were stored in incorrect data types, such as </a:t>
            </a:r>
            <a:r>
              <a:rPr lang="en-IN" sz="1400" b="1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decimal instead of integer</a:t>
            </a: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, so they had to be corrected.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251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D7EEA-4D79-2A28-ABE1-635A528DD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Milestone 2: Data Preparation &amp; Analysis</a:t>
            </a:r>
            <a:br>
              <a:rPr lang="en-IN" b="1" dirty="0"/>
            </a:b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209F5-7C33-01E5-6260-66A74FA6D84E}"/>
              </a:ext>
            </a:extLst>
          </p:cNvPr>
          <p:cNvSpPr txBox="1"/>
          <p:nvPr/>
        </p:nvSpPr>
        <p:spPr>
          <a:xfrm>
            <a:off x="720000" y="1761052"/>
            <a:ext cx="694633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What We Did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Prepared separate datasets for </a:t>
            </a:r>
            <a:r>
              <a:rPr lang="en-IN" b="1" dirty="0"/>
              <a:t>University Performance, Research and Student Analytics</a:t>
            </a:r>
            <a:r>
              <a:rPr lang="en-IN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Combined relevant datasets using common identifiers.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Created KPI fields such as:</a:t>
            </a:r>
          </a:p>
          <a:p>
            <a:pPr marL="285750" lvl="5" indent="-285750">
              <a:buFont typeface="Wingdings" panose="05000000000000000000" pitchFamily="2" charset="2"/>
              <a:buChar char="q"/>
            </a:pPr>
            <a:r>
              <a:rPr lang="en-IN" dirty="0"/>
              <a:t>Ranking scores</a:t>
            </a:r>
          </a:p>
          <a:p>
            <a:pPr marL="285750" lvl="5" indent="-285750">
              <a:buFont typeface="Wingdings" panose="05000000000000000000" pitchFamily="2" charset="2"/>
              <a:buChar char="q"/>
            </a:pPr>
            <a:r>
              <a:rPr lang="en-IN" dirty="0"/>
              <a:t>International student percentage</a:t>
            </a:r>
          </a:p>
          <a:p>
            <a:pPr marL="285750" lvl="5" indent="-285750">
              <a:buFont typeface="Wingdings" panose="05000000000000000000" pitchFamily="2" charset="2"/>
              <a:buChar char="q"/>
            </a:pPr>
            <a:r>
              <a:rPr lang="en-IN" dirty="0"/>
              <a:t>Faculty-to-student ratio</a:t>
            </a:r>
          </a:p>
          <a:p>
            <a:pPr marL="285750" lvl="5" indent="-285750">
              <a:buFont typeface="Wingdings" panose="05000000000000000000" pitchFamily="2" charset="2"/>
              <a:buChar char="q"/>
            </a:pPr>
            <a:r>
              <a:rPr lang="en-IN" dirty="0"/>
              <a:t>Research indicators</a:t>
            </a:r>
          </a:p>
          <a:p>
            <a:pPr marL="285750" lvl="4" indent="-285750">
              <a:buFont typeface="Wingdings" panose="05000000000000000000" pitchFamily="2" charset="2"/>
              <a:buChar char="q"/>
            </a:pPr>
            <a:r>
              <a:rPr lang="en-IN" dirty="0"/>
              <a:t>Validated the prepared data before using it in Tableau.</a:t>
            </a:r>
          </a:p>
          <a:p>
            <a:pPr marL="742950" lvl="1" indent="-285750">
              <a:lnSpc>
                <a:spcPct val="1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273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2468-C218-CE5A-E469-2D386E12B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140" y="26379"/>
            <a:ext cx="7704000" cy="572700"/>
          </a:xfrm>
        </p:spPr>
        <p:txBody>
          <a:bodyPr/>
          <a:lstStyle/>
          <a:p>
            <a:r>
              <a:rPr lang="en-IN" b="1" dirty="0"/>
              <a:t>Milestone 3: DASHBOARD ANALYSIS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DDC97-747D-0F3A-3F35-DDB9ACDBC1D6}"/>
              </a:ext>
            </a:extLst>
          </p:cNvPr>
          <p:cNvSpPr txBox="1"/>
          <p:nvPr/>
        </p:nvSpPr>
        <p:spPr>
          <a:xfrm>
            <a:off x="212140" y="796590"/>
            <a:ext cx="8983066" cy="380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b="1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Student Analytics</a:t>
            </a:r>
            <a:endParaRPr lang="en-IN" kern="100" dirty="0">
              <a:effectLst/>
              <a:latin typeface="Arial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b="1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Dashboard Analysis</a:t>
            </a:r>
            <a:endParaRPr lang="en-IN" kern="100" dirty="0">
              <a:effectLst/>
              <a:latin typeface="Arial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b="1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International Student Analysis</a:t>
            </a:r>
            <a:endParaRPr lang="en-IN" kern="100" dirty="0">
              <a:effectLst/>
              <a:latin typeface="Arial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Compares international student percentage across universities.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b="1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Faculty-to-Student Ratio</a:t>
            </a:r>
            <a:endParaRPr lang="en-IN" kern="100" dirty="0">
              <a:effectLst/>
              <a:latin typeface="Arial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Compares ranking scores with faculty-to-student ratios.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b="1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Student Diversity Trends</a:t>
            </a:r>
            <a:endParaRPr lang="en-IN" kern="100" dirty="0">
              <a:effectLst/>
              <a:latin typeface="Arial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Shows changes in international student participation across years and ranking sources.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b="1" kern="100" dirty="0" err="1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Enrollment</a:t>
            </a:r>
            <a:r>
              <a:rPr lang="en-IN" b="1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 Comparisons</a:t>
            </a:r>
            <a:endParaRPr lang="en-IN" kern="100" dirty="0">
              <a:effectLst/>
              <a:latin typeface="Arial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Uses World Bank tertiary </a:t>
            </a:r>
            <a:r>
              <a:rPr lang="en-IN" kern="100" dirty="0" err="1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enrollment</a:t>
            </a:r>
            <a:r>
              <a:rPr lang="en-IN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 data to compare countries over time.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b="1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Student Distribution</a:t>
            </a:r>
            <a:endParaRPr lang="en-IN" kern="100" dirty="0">
              <a:effectLst/>
              <a:latin typeface="Arial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Compares international student participation across countries.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485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9465E6-46CA-D011-C9D6-4EF92E454C2C}"/>
              </a:ext>
            </a:extLst>
          </p:cNvPr>
          <p:cNvSpPr txBox="1"/>
          <p:nvPr/>
        </p:nvSpPr>
        <p:spPr>
          <a:xfrm>
            <a:off x="446228" y="442968"/>
            <a:ext cx="6697064" cy="3919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b="1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Country Comparison</a:t>
            </a:r>
            <a:endParaRPr lang="en-IN" sz="1400" kern="100" dirty="0">
              <a:effectLst/>
              <a:latin typeface="Arial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b="1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Country-Level Analysis</a:t>
            </a:r>
            <a:endParaRPr lang="en-IN" sz="1400" kern="100" dirty="0">
              <a:effectLst/>
              <a:latin typeface="Arial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b="1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Country Ranking Comparison</a:t>
            </a:r>
            <a:endParaRPr lang="en-IN" sz="1400" kern="100" dirty="0">
              <a:effectLst/>
              <a:latin typeface="Arial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Compares countries based on average QS ranking scores.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This represents </a:t>
            </a:r>
            <a:r>
              <a:rPr lang="en-IN" sz="1400" b="1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QS ranking performance</a:t>
            </a: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, not overall national education quality.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b="1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Education Performance Benchmarking</a:t>
            </a:r>
            <a:endParaRPr lang="en-IN" sz="1400" kern="100" dirty="0">
              <a:effectLst/>
              <a:latin typeface="Arial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Compares countries using </a:t>
            </a:r>
            <a:r>
              <a:rPr lang="en-IN" sz="1400" kern="100" dirty="0" err="1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enrollment</a:t>
            </a: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, expenditure, graduates and literacy indicators.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b="1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Regional Education Trends</a:t>
            </a:r>
            <a:endParaRPr lang="en-IN" sz="1400" kern="100" dirty="0">
              <a:effectLst/>
              <a:latin typeface="Arial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Shows long-term tertiary </a:t>
            </a:r>
            <a:r>
              <a:rPr lang="en-IN" sz="1400" kern="100" dirty="0" err="1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enrollment</a:t>
            </a: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 patterns across regional/income groups.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b="1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Top Performing Countries</a:t>
            </a:r>
            <a:endParaRPr lang="en-IN" sz="1400" kern="100" dirty="0">
              <a:effectLst/>
              <a:latin typeface="Arial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Provides a geographical view of countries selected using QS ranking scores.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169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A50E-872F-D9D4-19E8-30DF83784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Tableau Dashboard &amp; Integration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D6C0DF-D403-6990-9C2D-3BA1B8F9F7A8}"/>
              </a:ext>
            </a:extLst>
          </p:cNvPr>
          <p:cNvSpPr txBox="1"/>
          <p:nvPr/>
        </p:nvSpPr>
        <p:spPr>
          <a:xfrm>
            <a:off x="665683" y="1384207"/>
            <a:ext cx="6236207" cy="2113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Interactive Tableau visualizations.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Filters for country, source and relevant indicators.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KPI cards for quick summary.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Navigation between different dashboards.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Charts such as bar charts, heat maps, line charts, scatter plots and maps.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rial"/>
                <a:ea typeface="Aptos" panose="020B0004020202020204" pitchFamily="34" charset="0"/>
                <a:cs typeface="Times New Roman" panose="02020603050405020304" pitchFamily="18" charset="0"/>
              </a:rPr>
              <a:t>Dashboard-level integration for comparing different dimensions.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651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1DE05-551E-C028-FA28-7D0839EE1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052" y="326369"/>
            <a:ext cx="6801456" cy="264897"/>
          </a:xfrm>
        </p:spPr>
        <p:txBody>
          <a:bodyPr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OVERVIEW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5DE4ED-649D-259D-F765-69E403911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013" y="886899"/>
            <a:ext cx="7516474" cy="407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019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F1CEC-F518-449C-16E8-1F73DD771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96" y="175115"/>
            <a:ext cx="7704000" cy="572700"/>
          </a:xfrm>
        </p:spPr>
        <p:txBody>
          <a:bodyPr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ANALYTICS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09BC18-CD22-A8E5-6CC2-515F00D8E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30" y="747815"/>
            <a:ext cx="7397702" cy="422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27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0DF6-2775-9965-66D5-326B9CE06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103" y="207115"/>
            <a:ext cx="7704000" cy="572700"/>
          </a:xfrm>
        </p:spPr>
        <p:txBody>
          <a:bodyPr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ANALYTICS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CFED77-0B6E-2D5A-CE79-AF8289E10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044" y="886900"/>
            <a:ext cx="7108059" cy="404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3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98859-0DA8-8006-F8B0-0F7017B97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09491"/>
            <a:ext cx="7704000" cy="572700"/>
          </a:xfrm>
        </p:spPr>
        <p:txBody>
          <a:bodyPr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COMPARISON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733D4A-E59A-B478-F6A0-F6527F304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434" y="864693"/>
            <a:ext cx="6922789" cy="396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26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645AB-3F6A-E334-F930-C53F42D4F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284" y="1962664"/>
            <a:ext cx="7704000" cy="1983694"/>
          </a:xfrm>
        </p:spPr>
        <p:txBody>
          <a:bodyPr/>
          <a:lstStyle/>
          <a:p>
            <a:pPr algn="ctr"/>
            <a:r>
              <a:rPr lang="en-IN" dirty="0"/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3506504182"/>
      </p:ext>
    </p:extLst>
  </p:cSld>
  <p:clrMapOvr>
    <a:masterClrMapping/>
  </p:clrMapOvr>
</p:sld>
</file>

<file path=ppt/theme/theme1.xml><?xml version="1.0" encoding="utf-8"?>
<a:theme xmlns:a="http://schemas.openxmlformats.org/drawingml/2006/main" name="STEM Elective Subject for Middle School - 7th Grade: Principles of IT, Cybersecurity and Engineering by Slidesgo">
  <a:themeElements>
    <a:clrScheme name="Simple Light">
      <a:dk1>
        <a:srgbClr val="150045"/>
      </a:dk1>
      <a:lt1>
        <a:srgbClr val="FFFFFF"/>
      </a:lt1>
      <a:dk2>
        <a:srgbClr val="A4ABD7"/>
      </a:dk2>
      <a:lt2>
        <a:srgbClr val="E23480"/>
      </a:lt2>
      <a:accent1>
        <a:srgbClr val="6D7396"/>
      </a:accent1>
      <a:accent2>
        <a:srgbClr val="FFA0B8"/>
      </a:accent2>
      <a:accent3>
        <a:srgbClr val="1ECFFF"/>
      </a:accent3>
      <a:accent4>
        <a:srgbClr val="EF8772"/>
      </a:accent4>
      <a:accent5>
        <a:srgbClr val="FFFFFF"/>
      </a:accent5>
      <a:accent6>
        <a:srgbClr val="FFFFFF"/>
      </a:accent6>
      <a:hlink>
        <a:srgbClr val="15004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431</Words>
  <Application>Microsoft Office PowerPoint</Application>
  <PresentationFormat>On-screen Show (16:9)</PresentationFormat>
  <Paragraphs>62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Secular One</vt:lpstr>
      <vt:lpstr>Aptos</vt:lpstr>
      <vt:lpstr>Symbol</vt:lpstr>
      <vt:lpstr>Courier New</vt:lpstr>
      <vt:lpstr>Barlow</vt:lpstr>
      <vt:lpstr>Wingdings</vt:lpstr>
      <vt:lpstr>Times New Roman</vt:lpstr>
      <vt:lpstr>STEM Elective Subject for Middle School - 7th Grade: Principles of IT, Cybersecurity and Engineering by Slidesgo</vt:lpstr>
      <vt:lpstr>DV HIGHER EDUCATION PERFORMANCE  DASHBOARD BY: JS DHAMINI SRUTHI</vt:lpstr>
      <vt:lpstr>Project Overview</vt:lpstr>
      <vt:lpstr>Milestone 1: Data Collection &amp; Cleaning </vt:lpstr>
      <vt:lpstr>Major Challenge: </vt:lpstr>
      <vt:lpstr>Milestone 2: Data Preparation &amp; Analysis   </vt:lpstr>
      <vt:lpstr>Milestone 3: DASHBOARD ANALYSIS </vt:lpstr>
      <vt:lpstr>PowerPoint Presentation</vt:lpstr>
      <vt:lpstr>Tableau Dashboard &amp; Integration </vt:lpstr>
      <vt:lpstr>UNIVERSITY OVERVIEW </vt:lpstr>
      <vt:lpstr>RESEARCH ANALYTICS</vt:lpstr>
      <vt:lpstr>STUDENT ANALYTICS </vt:lpstr>
      <vt:lpstr>COUNTRY COMPARISON 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Dhamini sruthi</cp:lastModifiedBy>
  <cp:revision>3</cp:revision>
  <dcterms:modified xsi:type="dcterms:W3CDTF">2026-10-02T11:48:10Z</dcterms:modified>
</cp:coreProperties>
</file>